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7a32d32ba743cc" /><Relationship Type="http://schemas.openxmlformats.org/officeDocument/2006/relationships/extended-properties" Target="/docProps/app.xml" Id="R37945ac2ba74403d" /><Relationship Type="http://schemas.openxmlformats.org/officeDocument/2006/relationships/officeDocument" Target="/ppt/presentation.xml" Id="Rf8bba4b0f4be406c" /></Relationships>
</file>

<file path=ppt/presentation.xml><?xml version="1.0" encoding="utf-8"?>
<p:presentation xmlns:p="http://schemas.openxmlformats.org/presentationml/2006/main">
  <p:sldMasterIdLst>
    <p:sldMasterId xmlns:r="http://schemas.openxmlformats.org/officeDocument/2006/relationships" id="2147483648" r:id="R84fe84930a424824"/>
  </p:sldMasterIdLst>
  <p:notesMasterIdLst>
    <p:notesMasterId xmlns:r="http://schemas.openxmlformats.org/officeDocument/2006/relationships" r:id="R12dc93a43aa7492d"/>
  </p:notesMasterIdLst>
  <p:sldIdLst>
    <p:sldId xmlns:r="http://schemas.openxmlformats.org/officeDocument/2006/relationships" id="256" r:id="Rb503d826a3034df9"/>
    <p:sldId xmlns:r="http://schemas.openxmlformats.org/officeDocument/2006/relationships" id="257" r:id="R42da6306e76e4881"/>
    <p:sldId xmlns:r="http://schemas.openxmlformats.org/officeDocument/2006/relationships" id="258" r:id="R63f3f418cf144802"/>
    <p:sldId xmlns:r="http://schemas.openxmlformats.org/officeDocument/2006/relationships" id="259" r:id="Rbe9b87e6c4a24ffd"/>
    <p:sldId xmlns:r="http://schemas.openxmlformats.org/officeDocument/2006/relationships" id="260" r:id="R47c4b6f1a56b4d53"/>
    <p:sldId xmlns:r="http://schemas.openxmlformats.org/officeDocument/2006/relationships" id="261" r:id="Rf0f74eaf8d4d4e71"/>
    <p:sldId xmlns:r="http://schemas.openxmlformats.org/officeDocument/2006/relationships" id="262" r:id="Rcaf7ad6e5d47459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65fe3322b44390" /><Relationship Type="http://schemas.openxmlformats.org/officeDocument/2006/relationships/slideMaster" Target="/ppt/slideMasters/slideMaster1.xml" Id="R84fe84930a424824" /><Relationship Type="http://schemas.openxmlformats.org/officeDocument/2006/relationships/notesMaster" Target="/ppt/notesMasters/notesMaster1.xml" Id="R12dc93a43aa7492d" /><Relationship Type="http://schemas.openxmlformats.org/officeDocument/2006/relationships/presProps" Target="/ppt/presProps.xml" Id="Raeb62526234b4699" /><Relationship Type="http://schemas.openxmlformats.org/officeDocument/2006/relationships/tableStyles" Target="/ppt/tableStyles.xml" Id="Rf4c39bf38fea4c74" /><Relationship Type="http://schemas.openxmlformats.org/officeDocument/2006/relationships/slide" Target="/ppt/slides/slide1.xml" Id="Rb503d826a3034df9" /><Relationship Type="http://schemas.openxmlformats.org/officeDocument/2006/relationships/slide" Target="/ppt/slides/slide2.xml" Id="R42da6306e76e4881" /><Relationship Type="http://schemas.openxmlformats.org/officeDocument/2006/relationships/slide" Target="/ppt/slides/slide3.xml" Id="R63f3f418cf144802" /><Relationship Type="http://schemas.openxmlformats.org/officeDocument/2006/relationships/slide" Target="/ppt/slides/slide4.xml" Id="Rbe9b87e6c4a24ffd" /><Relationship Type="http://schemas.openxmlformats.org/officeDocument/2006/relationships/slide" Target="/ppt/slides/slide5.xml" Id="R47c4b6f1a56b4d53" /><Relationship Type="http://schemas.openxmlformats.org/officeDocument/2006/relationships/slide" Target="/ppt/slides/slide6.xml" Id="Rf0f74eaf8d4d4e71" /><Relationship Type="http://schemas.openxmlformats.org/officeDocument/2006/relationships/slide" Target="/ppt/slides/slide7.xml" Id="Rcaf7ad6e5d4745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b9c8ec2eca45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c77a61ac8947b9" /><Relationship Type="http://schemas.openxmlformats.org/officeDocument/2006/relationships/notesMaster" Target="/ppt/notesMasters/notesMaster1.xml" Id="R879c86d4973f47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0d5cf9b5cb45e7" /><Relationship Type="http://schemas.openxmlformats.org/officeDocument/2006/relationships/notesMaster" Target="/ppt/notesMasters/notesMaster1.xml" Id="R981d393a23ca42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3764e11b2d40d4" /><Relationship Type="http://schemas.openxmlformats.org/officeDocument/2006/relationships/notesMaster" Target="/ppt/notesMasters/notesMaster1.xml" Id="R1d6a62706c9f4f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c954a27d784d9d" /><Relationship Type="http://schemas.openxmlformats.org/officeDocument/2006/relationships/notesMaster" Target="/ppt/notesMasters/notesMaster1.xml" Id="Rd4d3e6e7be5b4c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2e9fad23484dc8" /><Relationship Type="http://schemas.openxmlformats.org/officeDocument/2006/relationships/notesMaster" Target="/ppt/notesMasters/notesMaster1.xml" Id="Ra3903ed66f5146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a1859e082d413d" /><Relationship Type="http://schemas.openxmlformats.org/officeDocument/2006/relationships/notesMaster" Target="/ppt/notesMasters/notesMaster1.xml" Id="R416b3bd65cf347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854a93686c4b52" /><Relationship Type="http://schemas.openxmlformats.org/officeDocument/2006/relationships/notesMaster" Target="/ppt/notesMasters/notesMaster1.xml" Id="Rffa1b0db981542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461d9d35304a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2fab5b68ca4825" /><Relationship Type="http://schemas.openxmlformats.org/officeDocument/2006/relationships/slideLayout" Target="/ppt/slideLayouts/slideLayout1.xml" Id="R53ecf9b8726d4f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ecf9b8726d4f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80ab50c7b9443b" /><Relationship Type="http://schemas.openxmlformats.org/officeDocument/2006/relationships/notesSlide" Target="/ppt/notesSlides/notesSlide1.xml" Id="R81142ad4800f4e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6b2763d9e04636" /><Relationship Type="http://schemas.openxmlformats.org/officeDocument/2006/relationships/notesSlide" Target="/ppt/notesSlides/notesSlide2.xml" Id="Rd50bebd2784f4d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caff2641ce46d1" /><Relationship Type="http://schemas.openxmlformats.org/officeDocument/2006/relationships/notesSlide" Target="/ppt/notesSlides/notesSlide3.xml" Id="R04a9c0508b3c4c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7e1632de4c74be2" /><Relationship Type="http://schemas.openxmlformats.org/officeDocument/2006/relationships/notesSlide" Target="/ppt/notesSlides/notesSlide4.xml" Id="R02efac19353f47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b79c307a1e4031" /><Relationship Type="http://schemas.openxmlformats.org/officeDocument/2006/relationships/notesSlide" Target="/ppt/notesSlides/notesSlide5.xml" Id="Rd69c005a2d924d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a995dbbd1964775" /><Relationship Type="http://schemas.openxmlformats.org/officeDocument/2006/relationships/notesSlide" Target="/ppt/notesSlides/notesSlide6.xml" Id="Rebdc19c2c3af40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738ef1ea4446a7" /><Relationship Type="http://schemas.openxmlformats.org/officeDocument/2006/relationships/notesSlide" Target="/ppt/notesSlides/notesSlide7.xml" Id="R08225c5d05604eb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icon-circle">
            <a:extLst xmlns:a="http://schemas.openxmlformats.org/drawingml/2006/main">
              <a:ext uri="{FF2B5EF4-FFF2-40B4-BE49-F238E27FC236}">
                <a16:creationId xmlns:a16="http://schemas.microsoft.com/office/drawing/2014/main" id="{B21FE01F-132B-4CCC-B482-904EF61E3CFA}"/>
              </a:ext>
            </a:extLst>
          </p:cNvPr>
          <p:cNvSpPr>
            <a:spLocks xmlns:a="http://schemas.openxmlformats.org/drawingml/2006/main" noGrp="1"/>
          </p:cNvSpPr>
          <p:nvPr/>
        </p:nvSpPr>
        <p:spPr>
          <a:xfrm xmlns:a="http://schemas.openxmlformats.org/drawingml/2006/main">
            <a:off x="819150" y="685800"/>
            <a:ext cx="685800" cy="685800"/>
          </a:xfrm>
          <a:prstGeom xmlns:a="http://schemas.openxmlformats.org/drawingml/2006/main" prst="ellipse">
            <a:avLst/>
          </a:prstGeom>
          <a:solidFill xmlns:a="http://schemas.openxmlformats.org/drawingml/2006/main">
            <a:srgbClr val="17375E"/>
          </a:solidFill>
          <a:ln xmlns:a="http://schemas.openxmlformats.org/drawingml/2006/main" w="9525">
            <a:solidFill>
              <a:srgbClr val="17375E"/>
            </a:solidFill>
            <a:prstDash val="solid"/>
          </a:ln>
        </p:spPr>
      </p:sp>
      <p:sp>
        <p:nvSpPr>
          <p:cNvPr id="2" name="icon-text">
            <a:extLst xmlns:a="http://schemas.openxmlformats.org/drawingml/2006/main">
              <a:ext uri="{FF2B5EF4-FFF2-40B4-BE49-F238E27FC236}">
                <a16:creationId xmlns:a16="http://schemas.microsoft.com/office/drawing/2014/main" id="{29EE6D29-1BB6-44DC-A685-44FFBE418D0A}"/>
              </a:ext>
            </a:extLst>
          </p:cNvPr>
          <p:cNvSpPr>
            <a:spLocks xmlns:a="http://schemas.openxmlformats.org/drawingml/2006/main" noGrp="1"/>
          </p:cNvSpPr>
          <p:nvPr/>
        </p:nvSpPr>
        <p:spPr>
          <a:xfrm xmlns:a="http://schemas.openxmlformats.org/drawingml/2006/main">
            <a:off x="819150" y="809244"/>
            <a:ext cx="685800" cy="42519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52" b="1">
                <a:solidFill>
                  <a:srgbClr val="FFFFFF"/>
                </a:solidFill>
                <a:latin typeface="Noto Sans CJK JP"/>
                <a:ea typeface="Noto Sans CJK JP"/>
                <a:cs typeface="Noto Sans CJK JP"/>
              </a:defRPr>
            </a:pPr>
            <a:r>
              <a:rPr sz="2052" b="1">
                <a:solidFill>
                  <a:srgbClr val="FFFFFF"/>
                </a:solidFill>
                <a:latin typeface="Noto Sans CJK JP"/>
                <a:ea typeface="Noto Sans CJK JP"/>
                <a:cs typeface="Noto Sans CJK JP"/>
              </a:rPr>
              <a:t>↗</a:t>
            </a:r>
          </a:p>
        </p:txBody>
      </p:sp>
      <p:sp>
        <p:nvSpPr>
          <p:cNvPr id="3" name="cover-kicker">
            <a:extLst xmlns:a="http://schemas.openxmlformats.org/drawingml/2006/main">
              <a:ext uri="{FF2B5EF4-FFF2-40B4-BE49-F238E27FC236}">
                <a16:creationId xmlns:a16="http://schemas.microsoft.com/office/drawing/2014/main" id="{E7E44671-DCD3-408C-84CA-7DA069516F67}"/>
              </a:ext>
            </a:extLst>
          </p:cNvPr>
          <p:cNvSpPr>
            <a:spLocks xmlns:a="http://schemas.openxmlformats.org/drawingml/2006/main" noGrp="1"/>
          </p:cNvSpPr>
          <p:nvPr/>
        </p:nvSpPr>
        <p:spPr>
          <a:xfrm xmlns:a="http://schemas.openxmlformats.org/drawingml/2006/main">
            <a:off x="819150" y="1600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2C78B8"/>
                </a:solidFill>
                <a:latin typeface="Noto Sans CJK JP"/>
                <a:ea typeface="Noto Sans CJK JP"/>
                <a:cs typeface="Noto Sans CJK JP"/>
              </a:defRPr>
            </a:pPr>
            <a:r>
              <a:rPr sz="1200" b="1">
                <a:solidFill>
                  <a:srgbClr val="2C78B8"/>
                </a:solidFill>
                <a:latin typeface="Noto Sans CJK JP"/>
                <a:ea typeface="Noto Sans CJK JP"/>
                <a:cs typeface="Noto Sans CJK JP"/>
              </a:rPr>
              <a:t>アルボース ｜ DX推進委員会</a:t>
            </a:r>
          </a:p>
        </p:txBody>
      </p:sp>
      <p:sp>
        <p:nvSpPr>
          <p:cNvPr id="4" name="cover-title">
            <a:extLst xmlns:a="http://schemas.openxmlformats.org/drawingml/2006/main">
              <a:ext uri="{FF2B5EF4-FFF2-40B4-BE49-F238E27FC236}">
                <a16:creationId xmlns:a16="http://schemas.microsoft.com/office/drawing/2014/main" id="{A50D44AD-D5E0-4217-9B82-DAFFB46FA85A}"/>
              </a:ext>
            </a:extLst>
          </p:cNvPr>
          <p:cNvSpPr>
            <a:spLocks xmlns:a="http://schemas.openxmlformats.org/drawingml/2006/main" noGrp="1"/>
          </p:cNvSpPr>
          <p:nvPr/>
        </p:nvSpPr>
        <p:spPr>
          <a:xfrm xmlns:a="http://schemas.openxmlformats.org/drawingml/2006/main">
            <a:off x="819150" y="2019300"/>
            <a:ext cx="723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3450" b="1">
                <a:solidFill>
                  <a:srgbClr val="1B2A3A"/>
                </a:solidFill>
                <a:latin typeface="Noto Sans CJK JP"/>
                <a:ea typeface="Noto Sans CJK JP"/>
                <a:cs typeface="Noto Sans CJK JP"/>
              </a:defRPr>
            </a:pPr>
            <a:r>
              <a:rPr sz="3450" b="1">
                <a:solidFill>
                  <a:srgbClr val="1B2A3A"/>
                </a:solidFill>
                <a:latin typeface="Noto Sans CJK JP"/>
                <a:ea typeface="Noto Sans CJK JP"/>
                <a:cs typeface="Noto Sans CJK JP"/>
              </a:rPr>
              <a:t>利用率低下分析の報告</a:t>
            </a:r>
          </a:p>
        </p:txBody>
      </p:sp>
      <p:sp>
        <p:nvSpPr>
          <p:cNvPr id="5" name="cover-subtitle">
            <a:extLst xmlns:a="http://schemas.openxmlformats.org/drawingml/2006/main">
              <a:ext uri="{FF2B5EF4-FFF2-40B4-BE49-F238E27FC236}">
                <a16:creationId xmlns:a16="http://schemas.microsoft.com/office/drawing/2014/main" id="{D24498DA-C8B5-49BA-A739-27506F68EA4E}"/>
              </a:ext>
            </a:extLst>
          </p:cNvPr>
          <p:cNvSpPr>
            <a:spLocks xmlns:a="http://schemas.openxmlformats.org/drawingml/2006/main" noGrp="1"/>
          </p:cNvSpPr>
          <p:nvPr/>
        </p:nvSpPr>
        <p:spPr>
          <a:xfrm xmlns:a="http://schemas.openxmlformats.org/drawingml/2006/main">
            <a:off x="819150" y="28765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650">
                <a:solidFill>
                  <a:srgbClr val="1E3A5F"/>
                </a:solidFill>
                <a:latin typeface="Noto Sans CJK JP"/>
                <a:ea typeface="Noto Sans CJK JP"/>
                <a:cs typeface="Noto Sans CJK JP"/>
              </a:defRPr>
            </a:pPr>
            <a:r>
              <a:rPr sz="1650">
                <a:solidFill>
                  <a:srgbClr val="1E3A5F"/>
                </a:solidFill>
                <a:latin typeface="Noto Sans CJK JP"/>
                <a:ea typeface="Noto Sans CJK JP"/>
                <a:cs typeface="Noto Sans CJK JP"/>
              </a:rPr>
              <a:t>ボトルネックの整理と、DX推進委員会として次に進める2方向</a:t>
            </a:r>
          </a:p>
        </p:txBody>
      </p:sp>
      <p:sp>
        <p:nvSpPr>
          <p:cNvPr id="6" name="cover-message">
            <a:extLst xmlns:a="http://schemas.openxmlformats.org/drawingml/2006/main">
              <a:ext uri="{FF2B5EF4-FFF2-40B4-BE49-F238E27FC236}">
                <a16:creationId xmlns:a16="http://schemas.microsoft.com/office/drawing/2014/main" id="{13524F56-ACCE-4A8C-90CB-2F728B686635}"/>
              </a:ext>
            </a:extLst>
          </p:cNvPr>
          <p:cNvSpPr>
            <a:spLocks xmlns:a="http://schemas.openxmlformats.org/drawingml/2006/main" noGrp="1"/>
          </p:cNvSpPr>
          <p:nvPr/>
        </p:nvSpPr>
        <p:spPr>
          <a:xfrm xmlns:a="http://schemas.openxmlformats.org/drawingml/2006/main">
            <a:off x="819150" y="3733800"/>
            <a:ext cx="9334500" cy="857250"/>
          </a:xfrm>
          <a:prstGeom xmlns:a="http://schemas.openxmlformats.org/drawingml/2006/main" prst="roundRect">
            <a:avLst>
              <a:gd name="adj" fmla="val 8889"/>
            </a:avLst>
          </a:prstGeom>
          <a:solidFill xmlns:a="http://schemas.openxmlformats.org/drawingml/2006/main">
            <a:srgbClr val="EAF1F8"/>
          </a:solidFill>
          <a:ln xmlns:a="http://schemas.openxmlformats.org/drawingml/2006/main" w="9525">
            <a:solidFill>
              <a:srgbClr val="EAF1F8"/>
            </a:solidFill>
            <a:prstDash val="solid"/>
          </a:ln>
        </p:spPr>
      </p:sp>
      <p:sp>
        <p:nvSpPr>
          <p:cNvPr id="7" name="cover-message-text">
            <a:extLst xmlns:a="http://schemas.openxmlformats.org/drawingml/2006/main">
              <a:ext uri="{FF2B5EF4-FFF2-40B4-BE49-F238E27FC236}">
                <a16:creationId xmlns:a16="http://schemas.microsoft.com/office/drawing/2014/main" id="{65455D9D-908F-4C60-B269-84F6BA299313}"/>
              </a:ext>
            </a:extLst>
          </p:cNvPr>
          <p:cNvSpPr>
            <a:spLocks xmlns:a="http://schemas.openxmlformats.org/drawingml/2006/main" noGrp="1"/>
          </p:cNvSpPr>
          <p:nvPr/>
        </p:nvSpPr>
        <p:spPr>
          <a:xfrm xmlns:a="http://schemas.openxmlformats.org/drawingml/2006/main">
            <a:off x="1123950" y="3981450"/>
            <a:ext cx="8724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500" b="1">
                <a:solidFill>
                  <a:srgbClr val="1E3A5F"/>
                </a:solidFill>
                <a:latin typeface="Noto Sans CJK JP"/>
                <a:ea typeface="Noto Sans CJK JP"/>
                <a:cs typeface="Noto Sans CJK JP"/>
              </a:defRPr>
            </a:pPr>
            <a:r>
              <a:rPr sz="1500" b="1">
                <a:solidFill>
                  <a:srgbClr val="1E3A5F"/>
                </a:solidFill>
                <a:latin typeface="Noto Sans CJK JP"/>
                <a:ea typeface="Noto Sans CJK JP"/>
                <a:cs typeface="Noto Sans CJK JP"/>
              </a:rPr>
              <a:t>分析の結果、解決策は見えてきた。一方で本格導入には準備期間が必要なため、当面の進め方を整理する。</a:t>
            </a:r>
          </a:p>
        </p:txBody>
      </p:sp>
      <p:sp>
        <p:nvSpPr>
          <p:cNvPr id="8" name="date">
            <a:extLst xmlns:a="http://schemas.openxmlformats.org/drawingml/2006/main">
              <a:ext uri="{FF2B5EF4-FFF2-40B4-BE49-F238E27FC236}">
                <a16:creationId xmlns:a16="http://schemas.microsoft.com/office/drawing/2014/main" id="{DC0230F7-7E8F-4A79-AA8F-3ACDE99849BE}"/>
              </a:ext>
            </a:extLst>
          </p:cNvPr>
          <p:cNvSpPr>
            <a:spLocks xmlns:a="http://schemas.openxmlformats.org/drawingml/2006/main" noGrp="1"/>
          </p:cNvSpPr>
          <p:nvPr/>
        </p:nvSpPr>
        <p:spPr>
          <a:xfrm xmlns:a="http://schemas.openxmlformats.org/drawingml/2006/main">
            <a:off x="819150" y="59055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050">
                <a:solidFill>
                  <a:srgbClr val="5E7589"/>
                </a:solidFill>
                <a:latin typeface="Noto Sans CJK JP"/>
                <a:ea typeface="Noto Sans CJK JP"/>
                <a:cs typeface="Noto Sans CJK JP"/>
              </a:defRPr>
            </a:pPr>
            <a:r>
              <a:rPr sz="1050">
                <a:solidFill>
                  <a:srgbClr val="5E7589"/>
                </a:solidFill>
                <a:latin typeface="Noto Sans CJK JP"/>
                <a:ea typeface="Noto Sans CJK JP"/>
                <a:cs typeface="Noto Sans CJK JP"/>
              </a:rPr>
              <a:t>2026-06-22</a:t>
            </a:r>
          </a:p>
        </p:txBody>
      </p:sp>
    </p:spTree>
    <p:extLst>
      <p:ext uri="{BB962C8B-B14F-4D97-AF65-F5344CB8AC3E}">
        <p14:creationId xmlns:p14="http://schemas.microsoft.com/office/powerpoint/2010/main" val="11337078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icon-circle">
            <a:extLst xmlns:a="http://schemas.openxmlformats.org/drawingml/2006/main">
              <a:ext uri="{FF2B5EF4-FFF2-40B4-BE49-F238E27FC236}">
                <a16:creationId xmlns:a16="http://schemas.microsoft.com/office/drawing/2014/main" id="{B29B6347-6A0A-4CC9-A8A4-93883291A49A}"/>
              </a:ext>
            </a:extLst>
          </p:cNvPr>
          <p:cNvSpPr>
            <a:spLocks xmlns:a="http://schemas.openxmlformats.org/drawingml/2006/main" noGrp="1"/>
          </p:cNvSpPr>
          <p:nvPr/>
        </p:nvSpPr>
        <p:spPr>
          <a:xfrm xmlns:a="http://schemas.openxmlformats.org/drawingml/2006/main">
            <a:off x="819150" y="438150"/>
            <a:ext cx="514350" cy="514350"/>
          </a:xfrm>
          <a:prstGeom xmlns:a="http://schemas.openxmlformats.org/drawingml/2006/main" prst="ellipse">
            <a:avLst/>
          </a:prstGeom>
          <a:solidFill xmlns:a="http://schemas.openxmlformats.org/drawingml/2006/main">
            <a:srgbClr val="17375E"/>
          </a:solidFill>
          <a:ln xmlns:a="http://schemas.openxmlformats.org/drawingml/2006/main" w="9525">
            <a:solidFill>
              <a:srgbClr val="17375E"/>
            </a:solidFill>
            <a:prstDash val="solid"/>
          </a:ln>
        </p:spPr>
      </p:sp>
      <p:sp>
        <p:nvSpPr>
          <p:cNvPr id="2" name="icon-text">
            <a:extLst xmlns:a="http://schemas.openxmlformats.org/drawingml/2006/main">
              <a:ext uri="{FF2B5EF4-FFF2-40B4-BE49-F238E27FC236}">
                <a16:creationId xmlns:a16="http://schemas.microsoft.com/office/drawing/2014/main" id="{0D6D1DB1-EBA8-4CAA-BED5-19FCEDD31B3C}"/>
              </a:ext>
            </a:extLst>
          </p:cNvPr>
          <p:cNvSpPr>
            <a:spLocks xmlns:a="http://schemas.openxmlformats.org/drawingml/2006/main" noGrp="1"/>
          </p:cNvSpPr>
          <p:nvPr/>
        </p:nvSpPr>
        <p:spPr>
          <a:xfrm xmlns:a="http://schemas.openxmlformats.org/drawingml/2006/main">
            <a:off x="819150" y="530733"/>
            <a:ext cx="514350" cy="31889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39" b="1">
                <a:solidFill>
                  <a:srgbClr val="FFFFFF"/>
                </a:solidFill>
                <a:latin typeface="Noto Sans CJK JP"/>
                <a:ea typeface="Noto Sans CJK JP"/>
                <a:cs typeface="Noto Sans CJK JP"/>
              </a:defRPr>
            </a:pPr>
            <a:r>
              <a:rPr sz="1539" b="1">
                <a:solidFill>
                  <a:srgbClr val="FFFFFF"/>
                </a:solidFill>
                <a:latin typeface="Noto Sans CJK JP"/>
                <a:ea typeface="Noto Sans CJK JP"/>
                <a:cs typeface="Noto Sans CJK JP"/>
              </a:rPr>
              <a:t>✓</a:t>
            </a:r>
          </a:p>
        </p:txBody>
      </p:sp>
      <p:sp>
        <p:nvSpPr>
          <p:cNvPr id="3" name="slide-label">
            <a:extLst xmlns:a="http://schemas.openxmlformats.org/drawingml/2006/main">
              <a:ext uri="{FF2B5EF4-FFF2-40B4-BE49-F238E27FC236}">
                <a16:creationId xmlns:a16="http://schemas.microsoft.com/office/drawing/2014/main" id="{354B0F28-087E-4DE5-B3D6-80F33627D206}"/>
              </a:ext>
            </a:extLst>
          </p:cNvPr>
          <p:cNvSpPr>
            <a:spLocks xmlns:a="http://schemas.openxmlformats.org/drawingml/2006/main" noGrp="1"/>
          </p:cNvSpPr>
          <p:nvPr/>
        </p:nvSpPr>
        <p:spPr>
          <a:xfrm xmlns:a="http://schemas.openxmlformats.org/drawingml/2006/main">
            <a:off x="1562100" y="5143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2C78B8"/>
                </a:solidFill>
                <a:latin typeface="Noto Sans CJK JP"/>
                <a:ea typeface="Noto Sans CJK JP"/>
                <a:cs typeface="Noto Sans CJK JP"/>
              </a:defRPr>
            </a:pPr>
            <a:r>
              <a:rPr sz="975" b="1">
                <a:solidFill>
                  <a:srgbClr val="2C78B8"/>
                </a:solidFill>
                <a:latin typeface="Noto Sans CJK JP"/>
                <a:ea typeface="Noto Sans CJK JP"/>
                <a:cs typeface="Noto Sans CJK JP"/>
              </a:rPr>
              <a:t>SLIDE 2 ｜ 確認したこと</a:t>
            </a:r>
          </a:p>
        </p:txBody>
      </p:sp>
      <p:sp>
        <p:nvSpPr>
          <p:cNvPr id="4" name="slide-title">
            <a:extLst xmlns:a="http://schemas.openxmlformats.org/drawingml/2006/main">
              <a:ext uri="{FF2B5EF4-FFF2-40B4-BE49-F238E27FC236}">
                <a16:creationId xmlns:a16="http://schemas.microsoft.com/office/drawing/2014/main" id="{D901939C-D6CB-4717-BA5B-E9CD285794E4}"/>
              </a:ext>
            </a:extLst>
          </p:cNvPr>
          <p:cNvSpPr>
            <a:spLocks xmlns:a="http://schemas.openxmlformats.org/drawingml/2006/main" noGrp="1"/>
          </p:cNvSpPr>
          <p:nvPr/>
        </p:nvSpPr>
        <p:spPr>
          <a:xfrm xmlns:a="http://schemas.openxmlformats.org/drawingml/2006/main">
            <a:off x="1562100" y="800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1B2A3A"/>
                </a:solidFill>
                <a:latin typeface="Noto Sans CJK JP"/>
                <a:ea typeface="Noto Sans CJK JP"/>
                <a:cs typeface="Noto Sans CJK JP"/>
              </a:defRPr>
            </a:pPr>
            <a:r>
              <a:rPr sz="2550" b="1">
                <a:solidFill>
                  <a:srgbClr val="1B2A3A"/>
                </a:solidFill>
                <a:latin typeface="Noto Sans CJK JP"/>
                <a:ea typeface="Noto Sans CJK JP"/>
                <a:cs typeface="Noto Sans CJK JP"/>
              </a:rPr>
              <a:t>分析で確認したこと</a:t>
            </a:r>
          </a:p>
        </p:txBody>
      </p:sp>
      <p:sp>
        <p:nvSpPr>
          <p:cNvPr id="5" name="message-band">
            <a:extLst xmlns:a="http://schemas.openxmlformats.org/drawingml/2006/main">
              <a:ext uri="{FF2B5EF4-FFF2-40B4-BE49-F238E27FC236}">
                <a16:creationId xmlns:a16="http://schemas.microsoft.com/office/drawing/2014/main" id="{6B0BB042-F7FF-4754-92ED-CB13D8DB781F}"/>
              </a:ext>
            </a:extLst>
          </p:cNvPr>
          <p:cNvSpPr>
            <a:spLocks xmlns:a="http://schemas.openxmlformats.org/drawingml/2006/main" noGrp="1"/>
          </p:cNvSpPr>
          <p:nvPr/>
        </p:nvSpPr>
        <p:spPr>
          <a:xfrm xmlns:a="http://schemas.openxmlformats.org/drawingml/2006/main">
            <a:off x="819150" y="1485900"/>
            <a:ext cx="10553700" cy="571500"/>
          </a:xfrm>
          <a:prstGeom xmlns:a="http://schemas.openxmlformats.org/drawingml/2006/main" prst="roundRect">
            <a:avLst>
              <a:gd name="adj" fmla="val 13333"/>
            </a:avLst>
          </a:prstGeom>
          <a:solidFill xmlns:a="http://schemas.openxmlformats.org/drawingml/2006/main">
            <a:srgbClr val="EAF1F8"/>
          </a:solidFill>
          <a:ln xmlns:a="http://schemas.openxmlformats.org/drawingml/2006/main" w="9525">
            <a:solidFill>
              <a:srgbClr val="EAF1F8"/>
            </a:solidFill>
            <a:prstDash val="solid"/>
          </a:ln>
        </p:spPr>
      </p:sp>
      <p:sp>
        <p:nvSpPr>
          <p:cNvPr id="6" name="message-text">
            <a:extLst xmlns:a="http://schemas.openxmlformats.org/drawingml/2006/main">
              <a:ext uri="{FF2B5EF4-FFF2-40B4-BE49-F238E27FC236}">
                <a16:creationId xmlns:a16="http://schemas.microsoft.com/office/drawing/2014/main" id="{77A334E9-EF7C-4F31-9CA8-82EB2DF0F806}"/>
              </a:ext>
            </a:extLst>
          </p:cNvPr>
          <p:cNvSpPr>
            <a:spLocks xmlns:a="http://schemas.openxmlformats.org/drawingml/2006/main" noGrp="1"/>
          </p:cNvSpPr>
          <p:nvPr/>
        </p:nvSpPr>
        <p:spPr>
          <a:xfrm xmlns:a="http://schemas.openxmlformats.org/drawingml/2006/main">
            <a:off x="1123950" y="1657350"/>
            <a:ext cx="994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75" b="1">
                <a:solidFill>
                  <a:srgbClr val="1E3A5F"/>
                </a:solidFill>
                <a:latin typeface="Noto Sans CJK JP"/>
                <a:ea typeface="Noto Sans CJK JP"/>
                <a:cs typeface="Noto Sans CJK JP"/>
              </a:defRPr>
            </a:pPr>
            <a:r>
              <a:rPr sz="1275" b="1">
                <a:solidFill>
                  <a:srgbClr val="1E3A5F"/>
                </a:solidFill>
                <a:latin typeface="Noto Sans CJK JP"/>
                <a:ea typeface="Noto Sans CJK JP"/>
                <a:cs typeface="Noto Sans CJK JP"/>
              </a:rPr>
              <a:t>病床数・利用率だけでなく、利用者ごとの履歴を追い、次の利用につながる流れを確認した。</a:t>
            </a:r>
          </a:p>
        </p:txBody>
      </p:sp>
      <p:sp>
        <p:nvSpPr>
          <p:cNvPr id="7" name="footer-left">
            <a:extLst xmlns:a="http://schemas.openxmlformats.org/drawingml/2006/main">
              <a:ext uri="{FF2B5EF4-FFF2-40B4-BE49-F238E27FC236}">
                <a16:creationId xmlns:a16="http://schemas.microsoft.com/office/drawing/2014/main" id="{BA1928D7-C17F-4527-A228-92F2A6D446FA}"/>
              </a:ext>
            </a:extLst>
          </p:cNvPr>
          <p:cNvSpPr>
            <a:spLocks xmlns:a="http://schemas.openxmlformats.org/drawingml/2006/main" noGrp="1"/>
          </p:cNvSpPr>
          <p:nvPr/>
        </p:nvSpPr>
        <p:spPr>
          <a:xfrm xmlns:a="http://schemas.openxmlformats.org/drawingml/2006/main">
            <a:off x="819150" y="64579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5E7589"/>
                </a:solidFill>
                <a:latin typeface="Noto Sans CJK JP"/>
                <a:ea typeface="Noto Sans CJK JP"/>
                <a:cs typeface="Noto Sans CJK JP"/>
              </a:defRPr>
            </a:pPr>
            <a:r>
              <a:rPr sz="750">
                <a:solidFill>
                  <a:srgbClr val="5E7589"/>
                </a:solidFill>
                <a:latin typeface="Noto Sans CJK JP"/>
                <a:ea typeface="Noto Sans CJK JP"/>
                <a:cs typeface="Noto Sans CJK JP"/>
              </a:rPr>
              <a:t>アルボース ｜ 利用率低下分析の報告</a:t>
            </a:r>
          </a:p>
        </p:txBody>
      </p:sp>
      <p:sp>
        <p:nvSpPr>
          <p:cNvPr id="8" name="footer-page">
            <a:extLst xmlns:a="http://schemas.openxmlformats.org/drawingml/2006/main">
              <a:ext uri="{FF2B5EF4-FFF2-40B4-BE49-F238E27FC236}">
                <a16:creationId xmlns:a16="http://schemas.microsoft.com/office/drawing/2014/main" id="{A69C7B79-4123-4F35-8E1B-2C86043A1AC8}"/>
              </a:ext>
            </a:extLst>
          </p:cNvPr>
          <p:cNvSpPr>
            <a:spLocks xmlns:a="http://schemas.openxmlformats.org/drawingml/2006/main" noGrp="1"/>
          </p:cNvSpPr>
          <p:nvPr/>
        </p:nvSpPr>
        <p:spPr>
          <a:xfrm xmlns:a="http://schemas.openxmlformats.org/drawingml/2006/main">
            <a:off x="11049000" y="64579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a:solidFill>
                  <a:srgbClr val="5E7589"/>
                </a:solidFill>
                <a:latin typeface="Noto Sans CJK JP"/>
                <a:ea typeface="Noto Sans CJK JP"/>
                <a:cs typeface="Noto Sans CJK JP"/>
              </a:defRPr>
            </a:pPr>
            <a:r>
              <a:rPr sz="825">
                <a:solidFill>
                  <a:srgbClr val="5E7589"/>
                </a:solidFill>
                <a:latin typeface="Noto Sans CJK JP"/>
                <a:ea typeface="Noto Sans CJK JP"/>
                <a:cs typeface="Noto Sans CJK JP"/>
              </a:rPr>
              <a:t>2</a:t>
            </a:r>
          </a:p>
        </p:txBody>
      </p:sp>
      <p:sp>
        <p:nvSpPr>
          <p:cNvPr id="9" name="card">
            <a:extLst xmlns:a="http://schemas.openxmlformats.org/drawingml/2006/main">
              <a:ext uri="{FF2B5EF4-FFF2-40B4-BE49-F238E27FC236}">
                <a16:creationId xmlns:a16="http://schemas.microsoft.com/office/drawing/2014/main" id="{019E8FDC-5575-4A5C-B3A8-368F33D480A5}"/>
              </a:ext>
            </a:extLst>
          </p:cNvPr>
          <p:cNvSpPr>
            <a:spLocks xmlns:a="http://schemas.openxmlformats.org/drawingml/2006/main" noGrp="1"/>
          </p:cNvSpPr>
          <p:nvPr/>
        </p:nvSpPr>
        <p:spPr>
          <a:xfrm xmlns:a="http://schemas.openxmlformats.org/drawingml/2006/main">
            <a:off x="819150" y="2628900"/>
            <a:ext cx="2209800" cy="2000250"/>
          </a:xfrm>
          <a:prstGeom xmlns:a="http://schemas.openxmlformats.org/drawingml/2006/main" prst="roundRect">
            <a:avLst>
              <a:gd name="adj" fmla="val 3810"/>
            </a:avLst>
          </a:prstGeom>
          <a:solidFill xmlns:a="http://schemas.openxmlformats.org/drawingml/2006/main">
            <a:srgbClr val="F4F8FC"/>
          </a:solidFill>
          <a:ln xmlns:a="http://schemas.openxmlformats.org/drawingml/2006/main" w="9525">
            <a:solidFill>
              <a:srgbClr val="D2DEEA"/>
            </a:solidFill>
            <a:prstDash val="solid"/>
          </a:ln>
        </p:spPr>
      </p:sp>
      <p:sp>
        <p:nvSpPr>
          <p:cNvPr id="10" name="icon-circle">
            <a:extLst xmlns:a="http://schemas.openxmlformats.org/drawingml/2006/main">
              <a:ext uri="{FF2B5EF4-FFF2-40B4-BE49-F238E27FC236}">
                <a16:creationId xmlns:a16="http://schemas.microsoft.com/office/drawing/2014/main" id="{AABF61B6-CD1A-44B0-B3B1-1060A74F65C5}"/>
              </a:ext>
            </a:extLst>
          </p:cNvPr>
          <p:cNvSpPr>
            <a:spLocks xmlns:a="http://schemas.openxmlformats.org/drawingml/2006/main" noGrp="1"/>
          </p:cNvSpPr>
          <p:nvPr/>
        </p:nvSpPr>
        <p:spPr>
          <a:xfrm xmlns:a="http://schemas.openxmlformats.org/drawingml/2006/main">
            <a:off x="1047750" y="2857500"/>
            <a:ext cx="419100" cy="419100"/>
          </a:xfrm>
          <a:prstGeom xmlns:a="http://schemas.openxmlformats.org/drawingml/2006/main" prst="ellipse">
            <a:avLst/>
          </a:prstGeom>
          <a:solidFill xmlns:a="http://schemas.openxmlformats.org/drawingml/2006/main">
            <a:srgbClr val="17375E"/>
          </a:solidFill>
          <a:ln xmlns:a="http://schemas.openxmlformats.org/drawingml/2006/main" w="9525">
            <a:solidFill>
              <a:srgbClr val="17375E"/>
            </a:solidFill>
            <a:prstDash val="solid"/>
          </a:ln>
        </p:spPr>
      </p:sp>
      <p:sp>
        <p:nvSpPr>
          <p:cNvPr id="11" name="icon-text">
            <a:extLst xmlns:a="http://schemas.openxmlformats.org/drawingml/2006/main">
              <a:ext uri="{FF2B5EF4-FFF2-40B4-BE49-F238E27FC236}">
                <a16:creationId xmlns:a16="http://schemas.microsoft.com/office/drawing/2014/main" id="{92BDA4F2-0756-4275-BFD3-8320E0C41C3E}"/>
              </a:ext>
            </a:extLst>
          </p:cNvPr>
          <p:cNvSpPr>
            <a:spLocks xmlns:a="http://schemas.openxmlformats.org/drawingml/2006/main" noGrp="1"/>
          </p:cNvSpPr>
          <p:nvPr/>
        </p:nvSpPr>
        <p:spPr>
          <a:xfrm xmlns:a="http://schemas.openxmlformats.org/drawingml/2006/main">
            <a:off x="1047750" y="293293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1</a:t>
            </a:r>
          </a:p>
        </p:txBody>
      </p:sp>
      <p:sp>
        <p:nvSpPr>
          <p:cNvPr id="12" name="card-title">
            <a:extLst xmlns:a="http://schemas.openxmlformats.org/drawingml/2006/main">
              <a:ext uri="{FF2B5EF4-FFF2-40B4-BE49-F238E27FC236}">
                <a16:creationId xmlns:a16="http://schemas.microsoft.com/office/drawing/2014/main" id="{05D5B8C9-8C1B-4F22-AB29-AD1CC8FF3943}"/>
              </a:ext>
            </a:extLst>
          </p:cNvPr>
          <p:cNvSpPr>
            <a:spLocks xmlns:a="http://schemas.openxmlformats.org/drawingml/2006/main" noGrp="1"/>
          </p:cNvSpPr>
          <p:nvPr/>
        </p:nvSpPr>
        <p:spPr>
          <a:xfrm xmlns:a="http://schemas.openxmlformats.org/drawingml/2006/main">
            <a:off x="1619250" y="28765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背景確認</a:t>
            </a:r>
          </a:p>
        </p:txBody>
      </p:sp>
      <p:sp>
        <p:nvSpPr>
          <p:cNvPr id="13" name="card-body">
            <a:extLst xmlns:a="http://schemas.openxmlformats.org/drawingml/2006/main">
              <a:ext uri="{FF2B5EF4-FFF2-40B4-BE49-F238E27FC236}">
                <a16:creationId xmlns:a16="http://schemas.microsoft.com/office/drawing/2014/main" id="{412B883F-17D9-4DB9-9706-53EA67432E00}"/>
              </a:ext>
            </a:extLst>
          </p:cNvPr>
          <p:cNvSpPr>
            <a:spLocks xmlns:a="http://schemas.openxmlformats.org/drawingml/2006/main" noGrp="1"/>
          </p:cNvSpPr>
          <p:nvPr/>
        </p:nvSpPr>
        <p:spPr>
          <a:xfrm xmlns:a="http://schemas.openxmlformats.org/drawingml/2006/main">
            <a:off x="1104900" y="3467100"/>
            <a:ext cx="16383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分析依頼を受け、数字の増減だけでなく背景を確認。</a:t>
            </a:r>
          </a:p>
        </p:txBody>
      </p:sp>
      <p:sp>
        <p:nvSpPr>
          <p:cNvPr id="14" name="pill">
            <a:extLst xmlns:a="http://schemas.openxmlformats.org/drawingml/2006/main">
              <a:ext uri="{FF2B5EF4-FFF2-40B4-BE49-F238E27FC236}">
                <a16:creationId xmlns:a16="http://schemas.microsoft.com/office/drawing/2014/main" id="{1CDF8894-CF97-40E3-AFD1-06C87BDBC4F9}"/>
              </a:ext>
            </a:extLst>
          </p:cNvPr>
          <p:cNvSpPr>
            <a:spLocks xmlns:a="http://schemas.openxmlformats.org/drawingml/2006/main" noGrp="1"/>
          </p:cNvSpPr>
          <p:nvPr/>
        </p:nvSpPr>
        <p:spPr>
          <a:xfrm xmlns:a="http://schemas.openxmlformats.org/drawingml/2006/main">
            <a:off x="1143000" y="2247900"/>
            <a:ext cx="1562100" cy="323850"/>
          </a:xfrm>
          <a:prstGeom xmlns:a="http://schemas.openxmlformats.org/drawingml/2006/main" prst="roundRect">
            <a:avLst>
              <a:gd name="adj" fmla="val 23529"/>
            </a:avLst>
          </a:prstGeom>
          <a:solidFill xmlns:a="http://schemas.openxmlformats.org/drawingml/2006/main">
            <a:srgbClr val="17375E"/>
          </a:solidFill>
          <a:ln xmlns:a="http://schemas.openxmlformats.org/drawingml/2006/main" w="9525">
            <a:solidFill>
              <a:srgbClr val="17375E"/>
            </a:solidFill>
            <a:prstDash val="solid"/>
          </a:ln>
        </p:spPr>
      </p:sp>
      <p:sp>
        <p:nvSpPr>
          <p:cNvPr id="15" name="pill-text">
            <a:extLst xmlns:a="http://schemas.openxmlformats.org/drawingml/2006/main">
              <a:ext uri="{FF2B5EF4-FFF2-40B4-BE49-F238E27FC236}">
                <a16:creationId xmlns:a16="http://schemas.microsoft.com/office/drawing/2014/main" id="{74630411-0991-42DD-B266-961869114905}"/>
              </a:ext>
            </a:extLst>
          </p:cNvPr>
          <p:cNvSpPr>
            <a:spLocks xmlns:a="http://schemas.openxmlformats.org/drawingml/2006/main" noGrp="1"/>
          </p:cNvSpPr>
          <p:nvPr/>
        </p:nvSpPr>
        <p:spPr>
          <a:xfrm xmlns:a="http://schemas.openxmlformats.org/drawingml/2006/main">
            <a:off x="1238250" y="2305050"/>
            <a:ext cx="1371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依頼</a:t>
            </a:r>
          </a:p>
        </p:txBody>
      </p:sp>
      <p:sp>
        <p:nvSpPr>
          <p:cNvPr id="16" name="arrow">
            <a:extLst xmlns:a="http://schemas.openxmlformats.org/drawingml/2006/main">
              <a:ext uri="{FF2B5EF4-FFF2-40B4-BE49-F238E27FC236}">
                <a16:creationId xmlns:a16="http://schemas.microsoft.com/office/drawing/2014/main" id="{33770893-C7F7-4CC7-BC36-7055880792DC}"/>
              </a:ext>
            </a:extLst>
          </p:cNvPr>
          <p:cNvSpPr>
            <a:spLocks xmlns:a="http://schemas.openxmlformats.org/drawingml/2006/main" noGrp="1"/>
          </p:cNvSpPr>
          <p:nvPr/>
        </p:nvSpPr>
        <p:spPr>
          <a:xfrm xmlns:a="http://schemas.openxmlformats.org/drawingml/2006/main">
            <a:off x="3067050" y="3429000"/>
            <a:ext cx="323850" cy="266700"/>
          </a:xfrm>
          <a:prstGeom xmlns:a="http://schemas.openxmlformats.org/drawingml/2006/main" prst="rightArrow">
            <a:avLst/>
          </a:prstGeom>
          <a:solidFill xmlns:a="http://schemas.openxmlformats.org/drawingml/2006/main">
            <a:srgbClr val="2C78B8"/>
          </a:solidFill>
          <a:ln xmlns:a="http://schemas.openxmlformats.org/drawingml/2006/main" w="9525">
            <a:solidFill>
              <a:srgbClr val="2C78B8"/>
            </a:solidFill>
            <a:prstDash val="solid"/>
          </a:ln>
        </p:spPr>
      </p:sp>
      <p:sp>
        <p:nvSpPr>
          <p:cNvPr id="17" name="card">
            <a:extLst xmlns:a="http://schemas.openxmlformats.org/drawingml/2006/main">
              <a:ext uri="{FF2B5EF4-FFF2-40B4-BE49-F238E27FC236}">
                <a16:creationId xmlns:a16="http://schemas.microsoft.com/office/drawing/2014/main" id="{797E1FF9-0EA2-4E9F-BAA4-B19B19F8177B}"/>
              </a:ext>
            </a:extLst>
          </p:cNvPr>
          <p:cNvSpPr>
            <a:spLocks xmlns:a="http://schemas.openxmlformats.org/drawingml/2006/main" noGrp="1"/>
          </p:cNvSpPr>
          <p:nvPr/>
        </p:nvSpPr>
        <p:spPr>
          <a:xfrm xmlns:a="http://schemas.openxmlformats.org/drawingml/2006/main">
            <a:off x="3467100" y="2628900"/>
            <a:ext cx="2209800" cy="2000250"/>
          </a:xfrm>
          <a:prstGeom xmlns:a="http://schemas.openxmlformats.org/drawingml/2006/main" prst="roundRect">
            <a:avLst>
              <a:gd name="adj" fmla="val 3810"/>
            </a:avLst>
          </a:prstGeom>
          <a:solidFill xmlns:a="http://schemas.openxmlformats.org/drawingml/2006/main">
            <a:srgbClr val="F4F8FC"/>
          </a:solidFill>
          <a:ln xmlns:a="http://schemas.openxmlformats.org/drawingml/2006/main" w="9525">
            <a:solidFill>
              <a:srgbClr val="D2DEEA"/>
            </a:solidFill>
            <a:prstDash val="solid"/>
          </a:ln>
        </p:spPr>
      </p:sp>
      <p:sp>
        <p:nvSpPr>
          <p:cNvPr id="18" name="icon-circle">
            <a:extLst xmlns:a="http://schemas.openxmlformats.org/drawingml/2006/main">
              <a:ext uri="{FF2B5EF4-FFF2-40B4-BE49-F238E27FC236}">
                <a16:creationId xmlns:a16="http://schemas.microsoft.com/office/drawing/2014/main" id="{977C1BFE-6A87-4E59-871A-985362C6607C}"/>
              </a:ext>
            </a:extLst>
          </p:cNvPr>
          <p:cNvSpPr>
            <a:spLocks xmlns:a="http://schemas.openxmlformats.org/drawingml/2006/main" noGrp="1"/>
          </p:cNvSpPr>
          <p:nvPr/>
        </p:nvSpPr>
        <p:spPr>
          <a:xfrm xmlns:a="http://schemas.openxmlformats.org/drawingml/2006/main">
            <a:off x="3695700" y="2857500"/>
            <a:ext cx="419100" cy="419100"/>
          </a:xfrm>
          <a:prstGeom xmlns:a="http://schemas.openxmlformats.org/drawingml/2006/main" prst="ellipse">
            <a:avLst/>
          </a:prstGeom>
          <a:solidFill xmlns:a="http://schemas.openxmlformats.org/drawingml/2006/main">
            <a:srgbClr val="2C78B8"/>
          </a:solidFill>
          <a:ln xmlns:a="http://schemas.openxmlformats.org/drawingml/2006/main" w="9525">
            <a:solidFill>
              <a:srgbClr val="2C78B8"/>
            </a:solidFill>
            <a:prstDash val="solid"/>
          </a:ln>
        </p:spPr>
      </p:sp>
      <p:sp>
        <p:nvSpPr>
          <p:cNvPr id="19" name="icon-text">
            <a:extLst xmlns:a="http://schemas.openxmlformats.org/drawingml/2006/main">
              <a:ext uri="{FF2B5EF4-FFF2-40B4-BE49-F238E27FC236}">
                <a16:creationId xmlns:a16="http://schemas.microsoft.com/office/drawing/2014/main" id="{3FF30A5C-2970-4257-BE04-0E770FC155FB}"/>
              </a:ext>
            </a:extLst>
          </p:cNvPr>
          <p:cNvSpPr>
            <a:spLocks xmlns:a="http://schemas.openxmlformats.org/drawingml/2006/main" noGrp="1"/>
          </p:cNvSpPr>
          <p:nvPr/>
        </p:nvSpPr>
        <p:spPr>
          <a:xfrm xmlns:a="http://schemas.openxmlformats.org/drawingml/2006/main">
            <a:off x="3695700" y="293293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2</a:t>
            </a:r>
          </a:p>
        </p:txBody>
      </p:sp>
      <p:sp>
        <p:nvSpPr>
          <p:cNvPr id="20" name="card-title">
            <a:extLst xmlns:a="http://schemas.openxmlformats.org/drawingml/2006/main">
              <a:ext uri="{FF2B5EF4-FFF2-40B4-BE49-F238E27FC236}">
                <a16:creationId xmlns:a16="http://schemas.microsoft.com/office/drawing/2014/main" id="{D3DB89F9-097B-41E1-B25F-B9E7FF73752E}"/>
              </a:ext>
            </a:extLst>
          </p:cNvPr>
          <p:cNvSpPr>
            <a:spLocks xmlns:a="http://schemas.openxmlformats.org/drawingml/2006/main" noGrp="1"/>
          </p:cNvSpPr>
          <p:nvPr/>
        </p:nvSpPr>
        <p:spPr>
          <a:xfrm xmlns:a="http://schemas.openxmlformats.org/drawingml/2006/main">
            <a:off x="4267200" y="28765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履歴確認</a:t>
            </a:r>
          </a:p>
        </p:txBody>
      </p:sp>
      <p:sp>
        <p:nvSpPr>
          <p:cNvPr id="21" name="card-body">
            <a:extLst xmlns:a="http://schemas.openxmlformats.org/drawingml/2006/main">
              <a:ext uri="{FF2B5EF4-FFF2-40B4-BE49-F238E27FC236}">
                <a16:creationId xmlns:a16="http://schemas.microsoft.com/office/drawing/2014/main" id="{D6B3714A-2540-4334-8961-B90240A14A5A}"/>
              </a:ext>
            </a:extLst>
          </p:cNvPr>
          <p:cNvSpPr>
            <a:spLocks xmlns:a="http://schemas.openxmlformats.org/drawingml/2006/main" noGrp="1"/>
          </p:cNvSpPr>
          <p:nvPr/>
        </p:nvSpPr>
        <p:spPr>
          <a:xfrm xmlns:a="http://schemas.openxmlformats.org/drawingml/2006/main">
            <a:off x="3752850" y="3467100"/>
            <a:ext cx="16383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デイ、ショート、ロング、再利用の流れを時系列で確認。</a:t>
            </a:r>
          </a:p>
        </p:txBody>
      </p:sp>
      <p:sp>
        <p:nvSpPr>
          <p:cNvPr id="22" name="pill">
            <a:extLst xmlns:a="http://schemas.openxmlformats.org/drawingml/2006/main">
              <a:ext uri="{FF2B5EF4-FFF2-40B4-BE49-F238E27FC236}">
                <a16:creationId xmlns:a16="http://schemas.microsoft.com/office/drawing/2014/main" id="{6E062605-B506-472B-882A-E50F832BD9A6}"/>
              </a:ext>
            </a:extLst>
          </p:cNvPr>
          <p:cNvSpPr>
            <a:spLocks xmlns:a="http://schemas.openxmlformats.org/drawingml/2006/main" noGrp="1"/>
          </p:cNvSpPr>
          <p:nvPr/>
        </p:nvSpPr>
        <p:spPr>
          <a:xfrm xmlns:a="http://schemas.openxmlformats.org/drawingml/2006/main">
            <a:off x="3790950" y="2247900"/>
            <a:ext cx="1562100" cy="323850"/>
          </a:xfrm>
          <a:prstGeom xmlns:a="http://schemas.openxmlformats.org/drawingml/2006/main" prst="roundRect">
            <a:avLst>
              <a:gd name="adj" fmla="val 23529"/>
            </a:avLst>
          </a:prstGeom>
          <a:solidFill xmlns:a="http://schemas.openxmlformats.org/drawingml/2006/main">
            <a:srgbClr val="2C78B8"/>
          </a:solidFill>
          <a:ln xmlns:a="http://schemas.openxmlformats.org/drawingml/2006/main" w="9525">
            <a:solidFill>
              <a:srgbClr val="2C78B8"/>
            </a:solidFill>
            <a:prstDash val="solid"/>
          </a:ln>
        </p:spPr>
      </p:sp>
      <p:sp>
        <p:nvSpPr>
          <p:cNvPr id="23" name="pill-text">
            <a:extLst xmlns:a="http://schemas.openxmlformats.org/drawingml/2006/main">
              <a:ext uri="{FF2B5EF4-FFF2-40B4-BE49-F238E27FC236}">
                <a16:creationId xmlns:a16="http://schemas.microsoft.com/office/drawing/2014/main" id="{F3263106-297B-4B40-9427-57DA82613524}"/>
              </a:ext>
            </a:extLst>
          </p:cNvPr>
          <p:cNvSpPr>
            <a:spLocks xmlns:a="http://schemas.openxmlformats.org/drawingml/2006/main" noGrp="1"/>
          </p:cNvSpPr>
          <p:nvPr/>
        </p:nvSpPr>
        <p:spPr>
          <a:xfrm xmlns:a="http://schemas.openxmlformats.org/drawingml/2006/main">
            <a:off x="3886200" y="2305050"/>
            <a:ext cx="1371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確認</a:t>
            </a:r>
          </a:p>
        </p:txBody>
      </p:sp>
      <p:sp>
        <p:nvSpPr>
          <p:cNvPr id="24" name="arrow">
            <a:extLst xmlns:a="http://schemas.openxmlformats.org/drawingml/2006/main">
              <a:ext uri="{FF2B5EF4-FFF2-40B4-BE49-F238E27FC236}">
                <a16:creationId xmlns:a16="http://schemas.microsoft.com/office/drawing/2014/main" id="{60D1A923-7126-4E12-B766-C6C217E15F81}"/>
              </a:ext>
            </a:extLst>
          </p:cNvPr>
          <p:cNvSpPr>
            <a:spLocks xmlns:a="http://schemas.openxmlformats.org/drawingml/2006/main" noGrp="1"/>
          </p:cNvSpPr>
          <p:nvPr/>
        </p:nvSpPr>
        <p:spPr>
          <a:xfrm xmlns:a="http://schemas.openxmlformats.org/drawingml/2006/main">
            <a:off x="5715000" y="3429000"/>
            <a:ext cx="323850" cy="266700"/>
          </a:xfrm>
          <a:prstGeom xmlns:a="http://schemas.openxmlformats.org/drawingml/2006/main" prst="rightArrow">
            <a:avLst/>
          </a:prstGeom>
          <a:solidFill xmlns:a="http://schemas.openxmlformats.org/drawingml/2006/main">
            <a:srgbClr val="2C78B8"/>
          </a:solidFill>
          <a:ln xmlns:a="http://schemas.openxmlformats.org/drawingml/2006/main" w="9525">
            <a:solidFill>
              <a:srgbClr val="2C78B8"/>
            </a:solidFill>
            <a:prstDash val="solid"/>
          </a:ln>
        </p:spPr>
      </p:sp>
      <p:sp>
        <p:nvSpPr>
          <p:cNvPr id="25" name="card">
            <a:extLst xmlns:a="http://schemas.openxmlformats.org/drawingml/2006/main">
              <a:ext uri="{FF2B5EF4-FFF2-40B4-BE49-F238E27FC236}">
                <a16:creationId xmlns:a16="http://schemas.microsoft.com/office/drawing/2014/main" id="{064F4F03-5C8A-47CA-86A0-B7C0C10BB70E}"/>
              </a:ext>
            </a:extLst>
          </p:cNvPr>
          <p:cNvSpPr>
            <a:spLocks xmlns:a="http://schemas.openxmlformats.org/drawingml/2006/main" noGrp="1"/>
          </p:cNvSpPr>
          <p:nvPr/>
        </p:nvSpPr>
        <p:spPr>
          <a:xfrm xmlns:a="http://schemas.openxmlformats.org/drawingml/2006/main">
            <a:off x="6115050" y="2628900"/>
            <a:ext cx="2209800" cy="2000250"/>
          </a:xfrm>
          <a:prstGeom xmlns:a="http://schemas.openxmlformats.org/drawingml/2006/main" prst="roundRect">
            <a:avLst>
              <a:gd name="adj" fmla="val 3810"/>
            </a:avLst>
          </a:prstGeom>
          <a:solidFill xmlns:a="http://schemas.openxmlformats.org/drawingml/2006/main">
            <a:srgbClr val="F4F8FC"/>
          </a:solidFill>
          <a:ln xmlns:a="http://schemas.openxmlformats.org/drawingml/2006/main" w="9525">
            <a:solidFill>
              <a:srgbClr val="D2DEEA"/>
            </a:solidFill>
            <a:prstDash val="solid"/>
          </a:ln>
        </p:spPr>
      </p:sp>
      <p:sp>
        <p:nvSpPr>
          <p:cNvPr id="26" name="icon-circle">
            <a:extLst xmlns:a="http://schemas.openxmlformats.org/drawingml/2006/main">
              <a:ext uri="{FF2B5EF4-FFF2-40B4-BE49-F238E27FC236}">
                <a16:creationId xmlns:a16="http://schemas.microsoft.com/office/drawing/2014/main" id="{27D1BF19-339D-47F3-A94E-53C9EAC0C7AE}"/>
              </a:ext>
            </a:extLst>
          </p:cNvPr>
          <p:cNvSpPr>
            <a:spLocks xmlns:a="http://schemas.openxmlformats.org/drawingml/2006/main" noGrp="1"/>
          </p:cNvSpPr>
          <p:nvPr/>
        </p:nvSpPr>
        <p:spPr>
          <a:xfrm xmlns:a="http://schemas.openxmlformats.org/drawingml/2006/main">
            <a:off x="6343650" y="2857500"/>
            <a:ext cx="419100" cy="419100"/>
          </a:xfrm>
          <a:prstGeom xmlns:a="http://schemas.openxmlformats.org/drawingml/2006/main" prst="ellipse">
            <a:avLst/>
          </a:prstGeom>
          <a:solidFill xmlns:a="http://schemas.openxmlformats.org/drawingml/2006/main">
            <a:srgbClr val="2C78B8"/>
          </a:solidFill>
          <a:ln xmlns:a="http://schemas.openxmlformats.org/drawingml/2006/main" w="9525">
            <a:solidFill>
              <a:srgbClr val="2C78B8"/>
            </a:solidFill>
            <a:prstDash val="solid"/>
          </a:ln>
        </p:spPr>
      </p:sp>
      <p:sp>
        <p:nvSpPr>
          <p:cNvPr id="27" name="icon-text">
            <a:extLst xmlns:a="http://schemas.openxmlformats.org/drawingml/2006/main">
              <a:ext uri="{FF2B5EF4-FFF2-40B4-BE49-F238E27FC236}">
                <a16:creationId xmlns:a16="http://schemas.microsoft.com/office/drawing/2014/main" id="{FC5A3EBB-F651-4D75-83C4-B2E572C90833}"/>
              </a:ext>
            </a:extLst>
          </p:cNvPr>
          <p:cNvSpPr>
            <a:spLocks xmlns:a="http://schemas.openxmlformats.org/drawingml/2006/main" noGrp="1"/>
          </p:cNvSpPr>
          <p:nvPr/>
        </p:nvSpPr>
        <p:spPr>
          <a:xfrm xmlns:a="http://schemas.openxmlformats.org/drawingml/2006/main">
            <a:off x="6343650" y="293293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3</a:t>
            </a:r>
          </a:p>
        </p:txBody>
      </p:sp>
      <p:sp>
        <p:nvSpPr>
          <p:cNvPr id="28" name="card-title">
            <a:extLst xmlns:a="http://schemas.openxmlformats.org/drawingml/2006/main">
              <a:ext uri="{FF2B5EF4-FFF2-40B4-BE49-F238E27FC236}">
                <a16:creationId xmlns:a16="http://schemas.microsoft.com/office/drawing/2014/main" id="{006FF835-523C-4787-B7CD-8CC3DC99F5B6}"/>
              </a:ext>
            </a:extLst>
          </p:cNvPr>
          <p:cNvSpPr>
            <a:spLocks xmlns:a="http://schemas.openxmlformats.org/drawingml/2006/main" noGrp="1"/>
          </p:cNvSpPr>
          <p:nvPr/>
        </p:nvSpPr>
        <p:spPr>
          <a:xfrm xmlns:a="http://schemas.openxmlformats.org/drawingml/2006/main">
            <a:off x="6915150" y="28765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接点整理</a:t>
            </a:r>
          </a:p>
        </p:txBody>
      </p:sp>
      <p:sp>
        <p:nvSpPr>
          <p:cNvPr id="29" name="card-body">
            <a:extLst xmlns:a="http://schemas.openxmlformats.org/drawingml/2006/main">
              <a:ext uri="{FF2B5EF4-FFF2-40B4-BE49-F238E27FC236}">
                <a16:creationId xmlns:a16="http://schemas.microsoft.com/office/drawing/2014/main" id="{10532F28-D0D3-4277-919D-054A0A6B2104}"/>
              </a:ext>
            </a:extLst>
          </p:cNvPr>
          <p:cNvSpPr>
            <a:spLocks xmlns:a="http://schemas.openxmlformats.org/drawingml/2006/main" noGrp="1"/>
          </p:cNvSpPr>
          <p:nvPr/>
        </p:nvSpPr>
        <p:spPr>
          <a:xfrm xmlns:a="http://schemas.openxmlformats.org/drawingml/2006/main">
            <a:off x="6400800" y="3467100"/>
            <a:ext cx="16383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利用履歴から、次の接点につながる余地を整理。</a:t>
            </a:r>
          </a:p>
        </p:txBody>
      </p:sp>
      <p:sp>
        <p:nvSpPr>
          <p:cNvPr id="30" name="pill">
            <a:extLst xmlns:a="http://schemas.openxmlformats.org/drawingml/2006/main">
              <a:ext uri="{FF2B5EF4-FFF2-40B4-BE49-F238E27FC236}">
                <a16:creationId xmlns:a16="http://schemas.microsoft.com/office/drawing/2014/main" id="{0D3ECC3C-DFEE-4019-B081-37551EC30F1F}"/>
              </a:ext>
            </a:extLst>
          </p:cNvPr>
          <p:cNvSpPr>
            <a:spLocks xmlns:a="http://schemas.openxmlformats.org/drawingml/2006/main" noGrp="1"/>
          </p:cNvSpPr>
          <p:nvPr/>
        </p:nvSpPr>
        <p:spPr>
          <a:xfrm xmlns:a="http://schemas.openxmlformats.org/drawingml/2006/main">
            <a:off x="6438900" y="2247900"/>
            <a:ext cx="1562100" cy="323850"/>
          </a:xfrm>
          <a:prstGeom xmlns:a="http://schemas.openxmlformats.org/drawingml/2006/main" prst="roundRect">
            <a:avLst>
              <a:gd name="adj" fmla="val 23529"/>
            </a:avLst>
          </a:prstGeom>
          <a:solidFill xmlns:a="http://schemas.openxmlformats.org/drawingml/2006/main">
            <a:srgbClr val="2C78B8"/>
          </a:solidFill>
          <a:ln xmlns:a="http://schemas.openxmlformats.org/drawingml/2006/main" w="9525">
            <a:solidFill>
              <a:srgbClr val="2C78B8"/>
            </a:solidFill>
            <a:prstDash val="solid"/>
          </a:ln>
        </p:spPr>
      </p:sp>
      <p:sp>
        <p:nvSpPr>
          <p:cNvPr id="31" name="pill-text">
            <a:extLst xmlns:a="http://schemas.openxmlformats.org/drawingml/2006/main">
              <a:ext uri="{FF2B5EF4-FFF2-40B4-BE49-F238E27FC236}">
                <a16:creationId xmlns:a16="http://schemas.microsoft.com/office/drawing/2014/main" id="{0E3E7237-614B-4A5F-A3AF-D30731B7E8BC}"/>
              </a:ext>
            </a:extLst>
          </p:cNvPr>
          <p:cNvSpPr>
            <a:spLocks xmlns:a="http://schemas.openxmlformats.org/drawingml/2006/main" noGrp="1"/>
          </p:cNvSpPr>
          <p:nvPr/>
        </p:nvSpPr>
        <p:spPr>
          <a:xfrm xmlns:a="http://schemas.openxmlformats.org/drawingml/2006/main">
            <a:off x="6534150" y="2305050"/>
            <a:ext cx="1371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整理</a:t>
            </a:r>
          </a:p>
        </p:txBody>
      </p:sp>
      <p:sp>
        <p:nvSpPr>
          <p:cNvPr id="32" name="arrow">
            <a:extLst xmlns:a="http://schemas.openxmlformats.org/drawingml/2006/main">
              <a:ext uri="{FF2B5EF4-FFF2-40B4-BE49-F238E27FC236}">
                <a16:creationId xmlns:a16="http://schemas.microsoft.com/office/drawing/2014/main" id="{C7180744-0475-463B-84EE-D0BD9B0D585D}"/>
              </a:ext>
            </a:extLst>
          </p:cNvPr>
          <p:cNvSpPr>
            <a:spLocks xmlns:a="http://schemas.openxmlformats.org/drawingml/2006/main" noGrp="1"/>
          </p:cNvSpPr>
          <p:nvPr/>
        </p:nvSpPr>
        <p:spPr>
          <a:xfrm xmlns:a="http://schemas.openxmlformats.org/drawingml/2006/main">
            <a:off x="8362950" y="3429000"/>
            <a:ext cx="323850" cy="266700"/>
          </a:xfrm>
          <a:prstGeom xmlns:a="http://schemas.openxmlformats.org/drawingml/2006/main" prst="rightArrow">
            <a:avLst/>
          </a:prstGeom>
          <a:solidFill xmlns:a="http://schemas.openxmlformats.org/drawingml/2006/main">
            <a:srgbClr val="2C78B8"/>
          </a:solidFill>
          <a:ln xmlns:a="http://schemas.openxmlformats.org/drawingml/2006/main" w="9525">
            <a:solidFill>
              <a:srgbClr val="2C78B8"/>
            </a:solidFill>
            <a:prstDash val="solid"/>
          </a:ln>
        </p:spPr>
      </p:sp>
      <p:sp>
        <p:nvSpPr>
          <p:cNvPr id="33" name="card">
            <a:extLst xmlns:a="http://schemas.openxmlformats.org/drawingml/2006/main">
              <a:ext uri="{FF2B5EF4-FFF2-40B4-BE49-F238E27FC236}">
                <a16:creationId xmlns:a16="http://schemas.microsoft.com/office/drawing/2014/main" id="{5D811D53-E5BF-474C-BFC6-12288F461DAC}"/>
              </a:ext>
            </a:extLst>
          </p:cNvPr>
          <p:cNvSpPr>
            <a:spLocks xmlns:a="http://schemas.openxmlformats.org/drawingml/2006/main" noGrp="1"/>
          </p:cNvSpPr>
          <p:nvPr/>
        </p:nvSpPr>
        <p:spPr>
          <a:xfrm xmlns:a="http://schemas.openxmlformats.org/drawingml/2006/main">
            <a:off x="8763000" y="2628900"/>
            <a:ext cx="2209800" cy="2000250"/>
          </a:xfrm>
          <a:prstGeom xmlns:a="http://schemas.openxmlformats.org/drawingml/2006/main" prst="roundRect">
            <a:avLst>
              <a:gd name="adj" fmla="val 3810"/>
            </a:avLst>
          </a:prstGeom>
          <a:solidFill xmlns:a="http://schemas.openxmlformats.org/drawingml/2006/main">
            <a:srgbClr val="F4F8FC"/>
          </a:solidFill>
          <a:ln xmlns:a="http://schemas.openxmlformats.org/drawingml/2006/main" w="9525">
            <a:solidFill>
              <a:srgbClr val="D2DEEA"/>
            </a:solidFill>
            <a:prstDash val="solid"/>
          </a:ln>
        </p:spPr>
      </p:sp>
      <p:sp>
        <p:nvSpPr>
          <p:cNvPr id="34" name="icon-circle">
            <a:extLst xmlns:a="http://schemas.openxmlformats.org/drawingml/2006/main">
              <a:ext uri="{FF2B5EF4-FFF2-40B4-BE49-F238E27FC236}">
                <a16:creationId xmlns:a16="http://schemas.microsoft.com/office/drawing/2014/main" id="{D8BEA3E0-2850-4949-81CF-D2F9E8026C05}"/>
              </a:ext>
            </a:extLst>
          </p:cNvPr>
          <p:cNvSpPr>
            <a:spLocks xmlns:a="http://schemas.openxmlformats.org/drawingml/2006/main" noGrp="1"/>
          </p:cNvSpPr>
          <p:nvPr/>
        </p:nvSpPr>
        <p:spPr>
          <a:xfrm xmlns:a="http://schemas.openxmlformats.org/drawingml/2006/main">
            <a:off x="8991600" y="2857500"/>
            <a:ext cx="419100" cy="419100"/>
          </a:xfrm>
          <a:prstGeom xmlns:a="http://schemas.openxmlformats.org/drawingml/2006/main" prst="ellipse">
            <a:avLst/>
          </a:prstGeom>
          <a:solidFill xmlns:a="http://schemas.openxmlformats.org/drawingml/2006/main">
            <a:srgbClr val="2C78B8"/>
          </a:solidFill>
          <a:ln xmlns:a="http://schemas.openxmlformats.org/drawingml/2006/main" w="9525">
            <a:solidFill>
              <a:srgbClr val="2C78B8"/>
            </a:solidFill>
            <a:prstDash val="solid"/>
          </a:ln>
        </p:spPr>
      </p:sp>
      <p:sp>
        <p:nvSpPr>
          <p:cNvPr id="35" name="icon-text">
            <a:extLst xmlns:a="http://schemas.openxmlformats.org/drawingml/2006/main">
              <a:ext uri="{FF2B5EF4-FFF2-40B4-BE49-F238E27FC236}">
                <a16:creationId xmlns:a16="http://schemas.microsoft.com/office/drawing/2014/main" id="{E8F1D040-D84E-40CF-8A3A-2EFF55904E5F}"/>
              </a:ext>
            </a:extLst>
          </p:cNvPr>
          <p:cNvSpPr>
            <a:spLocks xmlns:a="http://schemas.openxmlformats.org/drawingml/2006/main" noGrp="1"/>
          </p:cNvSpPr>
          <p:nvPr/>
        </p:nvSpPr>
        <p:spPr>
          <a:xfrm xmlns:a="http://schemas.openxmlformats.org/drawingml/2006/main">
            <a:off x="8991600" y="293293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4</a:t>
            </a:r>
          </a:p>
        </p:txBody>
      </p:sp>
      <p:sp>
        <p:nvSpPr>
          <p:cNvPr id="36" name="card-title">
            <a:extLst xmlns:a="http://schemas.openxmlformats.org/drawingml/2006/main">
              <a:ext uri="{FF2B5EF4-FFF2-40B4-BE49-F238E27FC236}">
                <a16:creationId xmlns:a16="http://schemas.microsoft.com/office/drawing/2014/main" id="{8E659B17-F616-4F9C-A703-8B1426239577}"/>
              </a:ext>
            </a:extLst>
          </p:cNvPr>
          <p:cNvSpPr>
            <a:spLocks xmlns:a="http://schemas.openxmlformats.org/drawingml/2006/main" noGrp="1"/>
          </p:cNvSpPr>
          <p:nvPr/>
        </p:nvSpPr>
        <p:spPr>
          <a:xfrm xmlns:a="http://schemas.openxmlformats.org/drawingml/2006/main">
            <a:off x="9563100" y="28765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進め方整理</a:t>
            </a:r>
          </a:p>
        </p:txBody>
      </p:sp>
      <p:sp>
        <p:nvSpPr>
          <p:cNvPr id="37" name="card-body">
            <a:extLst xmlns:a="http://schemas.openxmlformats.org/drawingml/2006/main">
              <a:ext uri="{FF2B5EF4-FFF2-40B4-BE49-F238E27FC236}">
                <a16:creationId xmlns:a16="http://schemas.microsoft.com/office/drawing/2014/main" id="{06932B4C-5D0A-4689-A859-2CBF8FCCE3DB}"/>
              </a:ext>
            </a:extLst>
          </p:cNvPr>
          <p:cNvSpPr>
            <a:spLocks xmlns:a="http://schemas.openxmlformats.org/drawingml/2006/main" noGrp="1"/>
          </p:cNvSpPr>
          <p:nvPr/>
        </p:nvSpPr>
        <p:spPr>
          <a:xfrm xmlns:a="http://schemas.openxmlformats.org/drawingml/2006/main">
            <a:off x="9048750" y="3467100"/>
            <a:ext cx="16383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すぐ実装するものと、準備が必要なものを分ける。</a:t>
            </a:r>
          </a:p>
        </p:txBody>
      </p:sp>
      <p:sp>
        <p:nvSpPr>
          <p:cNvPr id="38" name="pill">
            <a:extLst xmlns:a="http://schemas.openxmlformats.org/drawingml/2006/main">
              <a:ext uri="{FF2B5EF4-FFF2-40B4-BE49-F238E27FC236}">
                <a16:creationId xmlns:a16="http://schemas.microsoft.com/office/drawing/2014/main" id="{41C4F585-5B01-4917-88F5-BC49CE9F49EF}"/>
              </a:ext>
            </a:extLst>
          </p:cNvPr>
          <p:cNvSpPr>
            <a:spLocks xmlns:a="http://schemas.openxmlformats.org/drawingml/2006/main" noGrp="1"/>
          </p:cNvSpPr>
          <p:nvPr/>
        </p:nvSpPr>
        <p:spPr>
          <a:xfrm xmlns:a="http://schemas.openxmlformats.org/drawingml/2006/main">
            <a:off x="9086850" y="2247900"/>
            <a:ext cx="1562100" cy="323850"/>
          </a:xfrm>
          <a:prstGeom xmlns:a="http://schemas.openxmlformats.org/drawingml/2006/main" prst="roundRect">
            <a:avLst>
              <a:gd name="adj" fmla="val 23529"/>
            </a:avLst>
          </a:prstGeom>
          <a:solidFill xmlns:a="http://schemas.openxmlformats.org/drawingml/2006/main">
            <a:srgbClr val="2C78B8"/>
          </a:solidFill>
          <a:ln xmlns:a="http://schemas.openxmlformats.org/drawingml/2006/main" w="9525">
            <a:solidFill>
              <a:srgbClr val="2C78B8"/>
            </a:solidFill>
            <a:prstDash val="solid"/>
          </a:ln>
        </p:spPr>
      </p:sp>
      <p:sp>
        <p:nvSpPr>
          <p:cNvPr id="39" name="pill-text">
            <a:extLst xmlns:a="http://schemas.openxmlformats.org/drawingml/2006/main">
              <a:ext uri="{FF2B5EF4-FFF2-40B4-BE49-F238E27FC236}">
                <a16:creationId xmlns:a16="http://schemas.microsoft.com/office/drawing/2014/main" id="{E735B41B-8D6A-4441-ABBD-D7EC1AA92AF3}"/>
              </a:ext>
            </a:extLst>
          </p:cNvPr>
          <p:cNvSpPr>
            <a:spLocks xmlns:a="http://schemas.openxmlformats.org/drawingml/2006/main" noGrp="1"/>
          </p:cNvSpPr>
          <p:nvPr/>
        </p:nvSpPr>
        <p:spPr>
          <a:xfrm xmlns:a="http://schemas.openxmlformats.org/drawingml/2006/main">
            <a:off x="9182100" y="2305050"/>
            <a:ext cx="1371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報告</a:t>
            </a:r>
          </a:p>
        </p:txBody>
      </p:sp>
      <p:sp>
        <p:nvSpPr>
          <p:cNvPr id="40" name="bottom-note">
            <a:extLst xmlns:a="http://schemas.openxmlformats.org/drawingml/2006/main">
              <a:ext uri="{FF2B5EF4-FFF2-40B4-BE49-F238E27FC236}">
                <a16:creationId xmlns:a16="http://schemas.microsoft.com/office/drawing/2014/main" id="{806B1AD1-58EB-416E-AA0E-CAF300FADF11}"/>
              </a:ext>
            </a:extLst>
          </p:cNvPr>
          <p:cNvSpPr>
            <a:spLocks xmlns:a="http://schemas.openxmlformats.org/drawingml/2006/main" noGrp="1"/>
          </p:cNvSpPr>
          <p:nvPr/>
        </p:nvSpPr>
        <p:spPr>
          <a:xfrm xmlns:a="http://schemas.openxmlformats.org/drawingml/2006/main">
            <a:off x="819150" y="5143500"/>
            <a:ext cx="1055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a:solidFill>
                  <a:srgbClr val="1E3A5F"/>
                </a:solidFill>
                <a:latin typeface="Noto Sans CJK JP"/>
                <a:ea typeface="Noto Sans CJK JP"/>
                <a:cs typeface="Noto Sans CJK JP"/>
              </a:defRPr>
            </a:pPr>
            <a:r>
              <a:rPr sz="1350">
                <a:solidFill>
                  <a:srgbClr val="1E3A5F"/>
                </a:solidFill>
                <a:latin typeface="Noto Sans CJK JP"/>
                <a:ea typeface="Noto Sans CJK JP"/>
                <a:cs typeface="Noto Sans CJK JP"/>
              </a:rPr>
              <a:t>この資料は、分析結果だけでなく「今すぐ進めること」と「準備してから進めること」を分けて報告する。</a:t>
            </a:r>
          </a:p>
        </p:txBody>
      </p:sp>
    </p:spTree>
    <p:extLst>
      <p:ext uri="{BB962C8B-B14F-4D97-AF65-F5344CB8AC3E}">
        <p14:creationId xmlns:p14="http://schemas.microsoft.com/office/powerpoint/2010/main" val="203381652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icon-circle">
            <a:extLst xmlns:a="http://schemas.openxmlformats.org/drawingml/2006/main">
              <a:ext uri="{FF2B5EF4-FFF2-40B4-BE49-F238E27FC236}">
                <a16:creationId xmlns:a16="http://schemas.microsoft.com/office/drawing/2014/main" id="{08585BBD-3059-49B0-910F-E4C45F82788A}"/>
              </a:ext>
            </a:extLst>
          </p:cNvPr>
          <p:cNvSpPr>
            <a:spLocks xmlns:a="http://schemas.openxmlformats.org/drawingml/2006/main" noGrp="1"/>
          </p:cNvSpPr>
          <p:nvPr/>
        </p:nvSpPr>
        <p:spPr>
          <a:xfrm xmlns:a="http://schemas.openxmlformats.org/drawingml/2006/main">
            <a:off x="819150" y="438150"/>
            <a:ext cx="514350" cy="514350"/>
          </a:xfrm>
          <a:prstGeom xmlns:a="http://schemas.openxmlformats.org/drawingml/2006/main" prst="ellipse">
            <a:avLst/>
          </a:prstGeom>
          <a:solidFill xmlns:a="http://schemas.openxmlformats.org/drawingml/2006/main">
            <a:srgbClr val="17375E"/>
          </a:solidFill>
          <a:ln xmlns:a="http://schemas.openxmlformats.org/drawingml/2006/main" w="9525">
            <a:solidFill>
              <a:srgbClr val="17375E"/>
            </a:solidFill>
            <a:prstDash val="solid"/>
          </a:ln>
        </p:spPr>
      </p:sp>
      <p:sp>
        <p:nvSpPr>
          <p:cNvPr id="2" name="icon-text">
            <a:extLst xmlns:a="http://schemas.openxmlformats.org/drawingml/2006/main">
              <a:ext uri="{FF2B5EF4-FFF2-40B4-BE49-F238E27FC236}">
                <a16:creationId xmlns:a16="http://schemas.microsoft.com/office/drawing/2014/main" id="{6F720D8A-8AC0-428D-AF25-E0CE1647CF01}"/>
              </a:ext>
            </a:extLst>
          </p:cNvPr>
          <p:cNvSpPr>
            <a:spLocks xmlns:a="http://schemas.openxmlformats.org/drawingml/2006/main" noGrp="1"/>
          </p:cNvSpPr>
          <p:nvPr/>
        </p:nvSpPr>
        <p:spPr>
          <a:xfrm xmlns:a="http://schemas.openxmlformats.org/drawingml/2006/main">
            <a:off x="819150" y="530733"/>
            <a:ext cx="514350" cy="31889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39" b="1">
                <a:solidFill>
                  <a:srgbClr val="FFFFFF"/>
                </a:solidFill>
                <a:latin typeface="Noto Sans CJK JP"/>
                <a:ea typeface="Noto Sans CJK JP"/>
                <a:cs typeface="Noto Sans CJK JP"/>
              </a:defRPr>
            </a:pPr>
            <a:r>
              <a:rPr sz="1539" b="1">
                <a:solidFill>
                  <a:srgbClr val="FFFFFF"/>
                </a:solidFill>
                <a:latin typeface="Noto Sans CJK JP"/>
                <a:ea typeface="Noto Sans CJK JP"/>
                <a:cs typeface="Noto Sans CJK JP"/>
              </a:rPr>
              <a:t>⟳</a:t>
            </a:r>
          </a:p>
        </p:txBody>
      </p:sp>
      <p:sp>
        <p:nvSpPr>
          <p:cNvPr id="3" name="slide-label">
            <a:extLst xmlns:a="http://schemas.openxmlformats.org/drawingml/2006/main">
              <a:ext uri="{FF2B5EF4-FFF2-40B4-BE49-F238E27FC236}">
                <a16:creationId xmlns:a16="http://schemas.microsoft.com/office/drawing/2014/main" id="{6156731B-0428-4E22-9C12-9105431253E6}"/>
              </a:ext>
            </a:extLst>
          </p:cNvPr>
          <p:cNvSpPr>
            <a:spLocks xmlns:a="http://schemas.openxmlformats.org/drawingml/2006/main" noGrp="1"/>
          </p:cNvSpPr>
          <p:nvPr/>
        </p:nvSpPr>
        <p:spPr>
          <a:xfrm xmlns:a="http://schemas.openxmlformats.org/drawingml/2006/main">
            <a:off x="1562100" y="5143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2C78B8"/>
                </a:solidFill>
                <a:latin typeface="Noto Sans CJK JP"/>
                <a:ea typeface="Noto Sans CJK JP"/>
                <a:cs typeface="Noto Sans CJK JP"/>
              </a:defRPr>
            </a:pPr>
            <a:r>
              <a:rPr sz="975" b="1">
                <a:solidFill>
                  <a:srgbClr val="2C78B8"/>
                </a:solidFill>
                <a:latin typeface="Noto Sans CJK JP"/>
                <a:ea typeface="Noto Sans CJK JP"/>
                <a:cs typeface="Noto Sans CJK JP"/>
              </a:rPr>
              <a:t>SLIDE 3 ｜ 新手法</a:t>
            </a:r>
          </a:p>
        </p:txBody>
      </p:sp>
      <p:sp>
        <p:nvSpPr>
          <p:cNvPr id="4" name="slide-title">
            <a:extLst xmlns:a="http://schemas.openxmlformats.org/drawingml/2006/main">
              <a:ext uri="{FF2B5EF4-FFF2-40B4-BE49-F238E27FC236}">
                <a16:creationId xmlns:a16="http://schemas.microsoft.com/office/drawing/2014/main" id="{41082C49-B370-4167-8120-44B736CDE275}"/>
              </a:ext>
            </a:extLst>
          </p:cNvPr>
          <p:cNvSpPr>
            <a:spLocks xmlns:a="http://schemas.openxmlformats.org/drawingml/2006/main" noGrp="1"/>
          </p:cNvSpPr>
          <p:nvPr/>
        </p:nvSpPr>
        <p:spPr>
          <a:xfrm xmlns:a="http://schemas.openxmlformats.org/drawingml/2006/main">
            <a:off x="1562100" y="800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1B2A3A"/>
                </a:solidFill>
                <a:latin typeface="Noto Sans CJK JP"/>
                <a:ea typeface="Noto Sans CJK JP"/>
                <a:cs typeface="Noto Sans CJK JP"/>
              </a:defRPr>
            </a:pPr>
            <a:r>
              <a:rPr sz="2550" b="1">
                <a:solidFill>
                  <a:srgbClr val="1B2A3A"/>
                </a:solidFill>
                <a:latin typeface="Noto Sans CJK JP"/>
                <a:ea typeface="Noto Sans CJK JP"/>
                <a:cs typeface="Noto Sans CJK JP"/>
              </a:rPr>
              <a:t>新手法で見えたこと</a:t>
            </a:r>
          </a:p>
        </p:txBody>
      </p:sp>
      <p:sp>
        <p:nvSpPr>
          <p:cNvPr id="5" name="message-band">
            <a:extLst xmlns:a="http://schemas.openxmlformats.org/drawingml/2006/main">
              <a:ext uri="{FF2B5EF4-FFF2-40B4-BE49-F238E27FC236}">
                <a16:creationId xmlns:a16="http://schemas.microsoft.com/office/drawing/2014/main" id="{DF99BF6A-6D8B-4079-9B02-8FC017E54834}"/>
              </a:ext>
            </a:extLst>
          </p:cNvPr>
          <p:cNvSpPr>
            <a:spLocks xmlns:a="http://schemas.openxmlformats.org/drawingml/2006/main" noGrp="1"/>
          </p:cNvSpPr>
          <p:nvPr/>
        </p:nvSpPr>
        <p:spPr>
          <a:xfrm xmlns:a="http://schemas.openxmlformats.org/drawingml/2006/main">
            <a:off x="819150" y="1485900"/>
            <a:ext cx="10553700" cy="571500"/>
          </a:xfrm>
          <a:prstGeom xmlns:a="http://schemas.openxmlformats.org/drawingml/2006/main" prst="roundRect">
            <a:avLst>
              <a:gd name="adj" fmla="val 13333"/>
            </a:avLst>
          </a:prstGeom>
          <a:solidFill xmlns:a="http://schemas.openxmlformats.org/drawingml/2006/main">
            <a:srgbClr val="EAF1F8"/>
          </a:solidFill>
          <a:ln xmlns:a="http://schemas.openxmlformats.org/drawingml/2006/main" w="9525">
            <a:solidFill>
              <a:srgbClr val="EAF1F8"/>
            </a:solidFill>
            <a:prstDash val="solid"/>
          </a:ln>
        </p:spPr>
      </p:sp>
      <p:sp>
        <p:nvSpPr>
          <p:cNvPr id="6" name="message-text">
            <a:extLst xmlns:a="http://schemas.openxmlformats.org/drawingml/2006/main">
              <a:ext uri="{FF2B5EF4-FFF2-40B4-BE49-F238E27FC236}">
                <a16:creationId xmlns:a16="http://schemas.microsoft.com/office/drawing/2014/main" id="{C69B3CC3-95A0-4BA1-A97C-746F22A691BD}"/>
              </a:ext>
            </a:extLst>
          </p:cNvPr>
          <p:cNvSpPr>
            <a:spLocks xmlns:a="http://schemas.openxmlformats.org/drawingml/2006/main" noGrp="1"/>
          </p:cNvSpPr>
          <p:nvPr/>
        </p:nvSpPr>
        <p:spPr>
          <a:xfrm xmlns:a="http://schemas.openxmlformats.org/drawingml/2006/main">
            <a:off x="1123950" y="1657350"/>
            <a:ext cx="994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75" b="1">
                <a:solidFill>
                  <a:srgbClr val="1E3A5F"/>
                </a:solidFill>
                <a:latin typeface="Noto Sans CJK JP"/>
                <a:ea typeface="Noto Sans CJK JP"/>
                <a:cs typeface="Noto Sans CJK JP"/>
              </a:defRPr>
            </a:pPr>
            <a:r>
              <a:rPr sz="1275" b="1">
                <a:solidFill>
                  <a:srgbClr val="1E3A5F"/>
                </a:solidFill>
                <a:latin typeface="Noto Sans CJK JP"/>
                <a:ea typeface="Noto Sans CJK JP"/>
                <a:cs typeface="Noto Sans CJK JP"/>
              </a:rPr>
              <a:t>利用者履歴を時系列で見ることで、担当者の経験・記憶に依存していた顧客管理と利用予測を見える化できることが分かった。</a:t>
            </a:r>
          </a:p>
        </p:txBody>
      </p:sp>
      <p:sp>
        <p:nvSpPr>
          <p:cNvPr id="7" name="footer-left">
            <a:extLst xmlns:a="http://schemas.openxmlformats.org/drawingml/2006/main">
              <a:ext uri="{FF2B5EF4-FFF2-40B4-BE49-F238E27FC236}">
                <a16:creationId xmlns:a16="http://schemas.microsoft.com/office/drawing/2014/main" id="{36EB3A67-C708-4C65-921F-B2BC9296D0FC}"/>
              </a:ext>
            </a:extLst>
          </p:cNvPr>
          <p:cNvSpPr>
            <a:spLocks xmlns:a="http://schemas.openxmlformats.org/drawingml/2006/main" noGrp="1"/>
          </p:cNvSpPr>
          <p:nvPr/>
        </p:nvSpPr>
        <p:spPr>
          <a:xfrm xmlns:a="http://schemas.openxmlformats.org/drawingml/2006/main">
            <a:off x="819150" y="64579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5E7589"/>
                </a:solidFill>
                <a:latin typeface="Noto Sans CJK JP"/>
                <a:ea typeface="Noto Sans CJK JP"/>
                <a:cs typeface="Noto Sans CJK JP"/>
              </a:defRPr>
            </a:pPr>
            <a:r>
              <a:rPr sz="750">
                <a:solidFill>
                  <a:srgbClr val="5E7589"/>
                </a:solidFill>
                <a:latin typeface="Noto Sans CJK JP"/>
                <a:ea typeface="Noto Sans CJK JP"/>
                <a:cs typeface="Noto Sans CJK JP"/>
              </a:rPr>
              <a:t>アルボース ｜ 利用率低下分析の報告</a:t>
            </a:r>
          </a:p>
        </p:txBody>
      </p:sp>
      <p:sp>
        <p:nvSpPr>
          <p:cNvPr id="8" name="footer-page">
            <a:extLst xmlns:a="http://schemas.openxmlformats.org/drawingml/2006/main">
              <a:ext uri="{FF2B5EF4-FFF2-40B4-BE49-F238E27FC236}">
                <a16:creationId xmlns:a16="http://schemas.microsoft.com/office/drawing/2014/main" id="{68CA60C0-349D-4E3F-BEE6-C1D58985B086}"/>
              </a:ext>
            </a:extLst>
          </p:cNvPr>
          <p:cNvSpPr>
            <a:spLocks xmlns:a="http://schemas.openxmlformats.org/drawingml/2006/main" noGrp="1"/>
          </p:cNvSpPr>
          <p:nvPr/>
        </p:nvSpPr>
        <p:spPr>
          <a:xfrm xmlns:a="http://schemas.openxmlformats.org/drawingml/2006/main">
            <a:off x="11049000" y="64579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a:solidFill>
                  <a:srgbClr val="5E7589"/>
                </a:solidFill>
                <a:latin typeface="Noto Sans CJK JP"/>
                <a:ea typeface="Noto Sans CJK JP"/>
                <a:cs typeface="Noto Sans CJK JP"/>
              </a:defRPr>
            </a:pPr>
            <a:r>
              <a:rPr sz="825">
                <a:solidFill>
                  <a:srgbClr val="5E7589"/>
                </a:solidFill>
                <a:latin typeface="Noto Sans CJK JP"/>
                <a:ea typeface="Noto Sans CJK JP"/>
                <a:cs typeface="Noto Sans CJK JP"/>
              </a:rPr>
              <a:t>3</a:t>
            </a:r>
          </a:p>
        </p:txBody>
      </p:sp>
      <p:sp>
        <p:nvSpPr>
          <p:cNvPr id="9" name="col1">
            <a:extLst xmlns:a="http://schemas.openxmlformats.org/drawingml/2006/main">
              <a:ext uri="{FF2B5EF4-FFF2-40B4-BE49-F238E27FC236}">
                <a16:creationId xmlns:a16="http://schemas.microsoft.com/office/drawing/2014/main" id="{41AC1DE5-0B56-4FC9-B368-C6763840CE44}"/>
              </a:ext>
            </a:extLst>
          </p:cNvPr>
          <p:cNvSpPr>
            <a:spLocks xmlns:a="http://schemas.openxmlformats.org/drawingml/2006/main" noGrp="1"/>
          </p:cNvSpPr>
          <p:nvPr/>
        </p:nvSpPr>
        <p:spPr>
          <a:xfrm xmlns:a="http://schemas.openxmlformats.org/drawingml/2006/main">
            <a:off x="876300" y="230505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2C78B8"/>
                </a:solidFill>
                <a:latin typeface="Noto Sans CJK JP"/>
                <a:ea typeface="Noto Sans CJK JP"/>
                <a:cs typeface="Noto Sans CJK JP"/>
              </a:defRPr>
            </a:pPr>
            <a:r>
              <a:rPr sz="900" b="1">
                <a:solidFill>
                  <a:srgbClr val="2C78B8"/>
                </a:solidFill>
                <a:latin typeface="Noto Sans CJK JP"/>
                <a:ea typeface="Noto Sans CJK JP"/>
                <a:cs typeface="Noto Sans CJK JP"/>
              </a:rPr>
              <a:t>匿名利用者</a:t>
            </a:r>
          </a:p>
        </p:txBody>
      </p:sp>
      <p:sp>
        <p:nvSpPr>
          <p:cNvPr id="10" name="col2">
            <a:extLst xmlns:a="http://schemas.openxmlformats.org/drawingml/2006/main">
              <a:ext uri="{FF2B5EF4-FFF2-40B4-BE49-F238E27FC236}">
                <a16:creationId xmlns:a16="http://schemas.microsoft.com/office/drawing/2014/main" id="{65C5E4AD-D795-4291-A993-0D07B2404BDF}"/>
              </a:ext>
            </a:extLst>
          </p:cNvPr>
          <p:cNvSpPr>
            <a:spLocks xmlns:a="http://schemas.openxmlformats.org/drawingml/2006/main" noGrp="1"/>
          </p:cNvSpPr>
          <p:nvPr/>
        </p:nvSpPr>
        <p:spPr>
          <a:xfrm xmlns:a="http://schemas.openxmlformats.org/drawingml/2006/main">
            <a:off x="2286000" y="23050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2C78B8"/>
                </a:solidFill>
                <a:latin typeface="Noto Sans CJK JP"/>
                <a:ea typeface="Noto Sans CJK JP"/>
                <a:cs typeface="Noto Sans CJK JP"/>
              </a:defRPr>
            </a:pPr>
            <a:r>
              <a:rPr sz="900" b="1">
                <a:solidFill>
                  <a:srgbClr val="2C78B8"/>
                </a:solidFill>
                <a:latin typeface="Noto Sans CJK JP"/>
                <a:ea typeface="Noto Sans CJK JP"/>
                <a:cs typeface="Noto Sans CJK JP"/>
              </a:rPr>
              <a:t>利用履歴</a:t>
            </a:r>
          </a:p>
        </p:txBody>
      </p:sp>
      <p:sp>
        <p:nvSpPr>
          <p:cNvPr id="11" name="col3">
            <a:extLst xmlns:a="http://schemas.openxmlformats.org/drawingml/2006/main">
              <a:ext uri="{FF2B5EF4-FFF2-40B4-BE49-F238E27FC236}">
                <a16:creationId xmlns:a16="http://schemas.microsoft.com/office/drawing/2014/main" id="{AF0286B7-E1E7-478F-92F0-2BA27CAC022A}"/>
              </a:ext>
            </a:extLst>
          </p:cNvPr>
          <p:cNvSpPr>
            <a:spLocks xmlns:a="http://schemas.openxmlformats.org/drawingml/2006/main" noGrp="1"/>
          </p:cNvSpPr>
          <p:nvPr/>
        </p:nvSpPr>
        <p:spPr>
          <a:xfrm xmlns:a="http://schemas.openxmlformats.org/drawingml/2006/main">
            <a:off x="7810500" y="23050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2C78B8"/>
                </a:solidFill>
                <a:latin typeface="Noto Sans CJK JP"/>
                <a:ea typeface="Noto Sans CJK JP"/>
                <a:cs typeface="Noto Sans CJK JP"/>
              </a:defRPr>
            </a:pPr>
            <a:r>
              <a:rPr sz="900" b="1">
                <a:solidFill>
                  <a:srgbClr val="2C78B8"/>
                </a:solidFill>
                <a:latin typeface="Noto Sans CJK JP"/>
                <a:ea typeface="Noto Sans CJK JP"/>
                <a:cs typeface="Noto Sans CJK JP"/>
              </a:rPr>
              <a:t>見える化できること</a:t>
            </a:r>
          </a:p>
        </p:txBody>
      </p:sp>
      <p:sp>
        <p:nvSpPr>
          <p:cNvPr id="12" name="timeline-row">
            <a:extLst xmlns:a="http://schemas.openxmlformats.org/drawingml/2006/main">
              <a:ext uri="{FF2B5EF4-FFF2-40B4-BE49-F238E27FC236}">
                <a16:creationId xmlns:a16="http://schemas.microsoft.com/office/drawing/2014/main" id="{B548298D-C42C-424F-9755-BC6F8DE31C25}"/>
              </a:ext>
            </a:extLst>
          </p:cNvPr>
          <p:cNvSpPr>
            <a:spLocks xmlns:a="http://schemas.openxmlformats.org/drawingml/2006/main" noGrp="1"/>
          </p:cNvSpPr>
          <p:nvPr/>
        </p:nvSpPr>
        <p:spPr>
          <a:xfrm xmlns:a="http://schemas.openxmlformats.org/drawingml/2006/main">
            <a:off x="819150" y="2686050"/>
            <a:ext cx="10553700" cy="514350"/>
          </a:xfrm>
          <a:prstGeom xmlns:a="http://schemas.openxmlformats.org/drawingml/2006/main" prst="roundRect">
            <a:avLst>
              <a:gd name="adj" fmla="val 14815"/>
            </a:avLst>
          </a:prstGeom>
          <a:solidFill xmlns:a="http://schemas.openxmlformats.org/drawingml/2006/main">
            <a:srgbClr val="F1F7FD"/>
          </a:solidFill>
          <a:ln xmlns:a="http://schemas.openxmlformats.org/drawingml/2006/main" w="9525">
            <a:solidFill>
              <a:srgbClr val="D2DEEA"/>
            </a:solidFill>
            <a:prstDash val="solid"/>
          </a:ln>
        </p:spPr>
      </p:sp>
      <p:sp>
        <p:nvSpPr>
          <p:cNvPr id="13" name="user">
            <a:extLst xmlns:a="http://schemas.openxmlformats.org/drawingml/2006/main">
              <a:ext uri="{FF2B5EF4-FFF2-40B4-BE49-F238E27FC236}">
                <a16:creationId xmlns:a16="http://schemas.microsoft.com/office/drawing/2014/main" id="{26E3B877-97C7-494B-B771-0017560DEAC9}"/>
              </a:ext>
            </a:extLst>
          </p:cNvPr>
          <p:cNvSpPr>
            <a:spLocks xmlns:a="http://schemas.openxmlformats.org/drawingml/2006/main" noGrp="1"/>
          </p:cNvSpPr>
          <p:nvPr/>
        </p:nvSpPr>
        <p:spPr>
          <a:xfrm xmlns:a="http://schemas.openxmlformats.org/drawingml/2006/main">
            <a:off x="1028700" y="28289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E3A5F"/>
                </a:solidFill>
                <a:latin typeface="Noto Sans CJK JP"/>
                <a:ea typeface="Noto Sans CJK JP"/>
                <a:cs typeface="Noto Sans CJK JP"/>
              </a:defRPr>
            </a:pPr>
            <a:r>
              <a:rPr sz="1050" b="1">
                <a:solidFill>
                  <a:srgbClr val="1E3A5F"/>
                </a:solidFill>
                <a:latin typeface="Noto Sans CJK JP"/>
                <a:ea typeface="Noto Sans CJK JP"/>
                <a:cs typeface="Noto Sans CJK JP"/>
              </a:rPr>
              <a:t>利用者A</a:t>
            </a:r>
          </a:p>
        </p:txBody>
      </p:sp>
      <p:sp>
        <p:nvSpPr>
          <p:cNvPr id="14" name="pill">
            <a:extLst xmlns:a="http://schemas.openxmlformats.org/drawingml/2006/main">
              <a:ext uri="{FF2B5EF4-FFF2-40B4-BE49-F238E27FC236}">
                <a16:creationId xmlns:a16="http://schemas.microsoft.com/office/drawing/2014/main" id="{84EB98BF-5604-4702-912C-AA838DA69F4F}"/>
              </a:ext>
            </a:extLst>
          </p:cNvPr>
          <p:cNvSpPr>
            <a:spLocks xmlns:a="http://schemas.openxmlformats.org/drawingml/2006/main" noGrp="1"/>
          </p:cNvSpPr>
          <p:nvPr/>
        </p:nvSpPr>
        <p:spPr>
          <a:xfrm xmlns:a="http://schemas.openxmlformats.org/drawingml/2006/main">
            <a:off x="2286000" y="2800350"/>
            <a:ext cx="628650" cy="323850"/>
          </a:xfrm>
          <a:prstGeom xmlns:a="http://schemas.openxmlformats.org/drawingml/2006/main" prst="roundRect">
            <a:avLst>
              <a:gd name="adj" fmla="val 23529"/>
            </a:avLst>
          </a:prstGeom>
          <a:solidFill xmlns:a="http://schemas.openxmlformats.org/drawingml/2006/main">
            <a:srgbClr val="17375E"/>
          </a:solidFill>
          <a:ln xmlns:a="http://schemas.openxmlformats.org/drawingml/2006/main" w="9525">
            <a:solidFill>
              <a:srgbClr val="17375E"/>
            </a:solidFill>
            <a:prstDash val="solid"/>
          </a:ln>
        </p:spPr>
      </p:sp>
      <p:sp>
        <p:nvSpPr>
          <p:cNvPr id="15" name="pill-text">
            <a:extLst xmlns:a="http://schemas.openxmlformats.org/drawingml/2006/main">
              <a:ext uri="{FF2B5EF4-FFF2-40B4-BE49-F238E27FC236}">
                <a16:creationId xmlns:a16="http://schemas.microsoft.com/office/drawing/2014/main" id="{CA566293-E4F5-4DCF-AF0D-BC024467DD8F}"/>
              </a:ext>
            </a:extLst>
          </p:cNvPr>
          <p:cNvSpPr>
            <a:spLocks xmlns:a="http://schemas.openxmlformats.org/drawingml/2006/main" noGrp="1"/>
          </p:cNvSpPr>
          <p:nvPr/>
        </p:nvSpPr>
        <p:spPr>
          <a:xfrm xmlns:a="http://schemas.openxmlformats.org/drawingml/2006/main">
            <a:off x="2381250" y="28575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4/12</a:t>
            </a:r>
          </a:p>
        </p:txBody>
      </p:sp>
      <p:sp>
        <p:nvSpPr>
          <p:cNvPr id="16" name="service">
            <a:extLst xmlns:a="http://schemas.openxmlformats.org/drawingml/2006/main">
              <a:ext uri="{FF2B5EF4-FFF2-40B4-BE49-F238E27FC236}">
                <a16:creationId xmlns:a16="http://schemas.microsoft.com/office/drawing/2014/main" id="{27AEE694-CB67-4B50-A972-203D65C98B64}"/>
              </a:ext>
            </a:extLst>
          </p:cNvPr>
          <p:cNvSpPr>
            <a:spLocks xmlns:a="http://schemas.openxmlformats.org/drawingml/2006/main" noGrp="1"/>
          </p:cNvSpPr>
          <p:nvPr/>
        </p:nvSpPr>
        <p:spPr>
          <a:xfrm xmlns:a="http://schemas.openxmlformats.org/drawingml/2006/main">
            <a:off x="2952750" y="2800350"/>
            <a:ext cx="857250" cy="323850"/>
          </a:xfrm>
          <a:prstGeom xmlns:a="http://schemas.openxmlformats.org/drawingml/2006/main" prst="roundRect">
            <a:avLst>
              <a:gd name="adj" fmla="val 17647"/>
            </a:avLst>
          </a:prstGeom>
          <a:solidFill xmlns:a="http://schemas.openxmlformats.org/drawingml/2006/main">
            <a:srgbClr val="EAF1F8"/>
          </a:solidFill>
          <a:ln xmlns:a="http://schemas.openxmlformats.org/drawingml/2006/main" w="9525">
            <a:solidFill>
              <a:srgbClr val="D2DEEA"/>
            </a:solidFill>
            <a:prstDash val="solid"/>
          </a:ln>
        </p:spPr>
      </p:sp>
      <p:sp>
        <p:nvSpPr>
          <p:cNvPr id="17" name="service-text">
            <a:extLst xmlns:a="http://schemas.openxmlformats.org/drawingml/2006/main">
              <a:ext uri="{FF2B5EF4-FFF2-40B4-BE49-F238E27FC236}">
                <a16:creationId xmlns:a16="http://schemas.microsoft.com/office/drawing/2014/main" id="{41A5652D-7BBF-466C-982C-08F8E46F0590}"/>
              </a:ext>
            </a:extLst>
          </p:cNvPr>
          <p:cNvSpPr>
            <a:spLocks xmlns:a="http://schemas.openxmlformats.org/drawingml/2006/main" noGrp="1"/>
          </p:cNvSpPr>
          <p:nvPr/>
        </p:nvSpPr>
        <p:spPr>
          <a:xfrm xmlns:a="http://schemas.openxmlformats.org/drawingml/2006/main">
            <a:off x="3028950" y="286702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B2A3A"/>
                </a:solidFill>
                <a:latin typeface="Noto Sans CJK JP"/>
                <a:ea typeface="Noto Sans CJK JP"/>
                <a:cs typeface="Noto Sans CJK JP"/>
              </a:defRPr>
            </a:pPr>
            <a:r>
              <a:rPr sz="900" b="1">
                <a:solidFill>
                  <a:srgbClr val="1B2A3A"/>
                </a:solidFill>
                <a:latin typeface="Noto Sans CJK JP"/>
                <a:ea typeface="Noto Sans CJK JP"/>
                <a:cs typeface="Noto Sans CJK JP"/>
              </a:rPr>
              <a:t>デイ</a:t>
            </a:r>
          </a:p>
        </p:txBody>
      </p:sp>
      <p:sp>
        <p:nvSpPr>
          <p:cNvPr id="18" name="small-arrow">
            <a:extLst xmlns:a="http://schemas.openxmlformats.org/drawingml/2006/main">
              <a:ext uri="{FF2B5EF4-FFF2-40B4-BE49-F238E27FC236}">
                <a16:creationId xmlns:a16="http://schemas.microsoft.com/office/drawing/2014/main" id="{6162EC71-AED6-440D-A5CB-FEBD5C417E9F}"/>
              </a:ext>
            </a:extLst>
          </p:cNvPr>
          <p:cNvSpPr>
            <a:spLocks xmlns:a="http://schemas.openxmlformats.org/drawingml/2006/main" noGrp="1"/>
          </p:cNvSpPr>
          <p:nvPr/>
        </p:nvSpPr>
        <p:spPr>
          <a:xfrm xmlns:a="http://schemas.openxmlformats.org/drawingml/2006/main">
            <a:off x="3562350" y="28289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C78B8"/>
                </a:solidFill>
                <a:latin typeface="Noto Sans CJK JP"/>
                <a:ea typeface="Noto Sans CJK JP"/>
                <a:cs typeface="Noto Sans CJK JP"/>
              </a:defRPr>
            </a:pPr>
            <a:r>
              <a:rPr sz="1350" b="1">
                <a:solidFill>
                  <a:srgbClr val="2C78B8"/>
                </a:solidFill>
                <a:latin typeface="Noto Sans CJK JP"/>
                <a:ea typeface="Noto Sans CJK JP"/>
                <a:cs typeface="Noto Sans CJK JP"/>
              </a:rPr>
              <a:t>→</a:t>
            </a:r>
          </a:p>
        </p:txBody>
      </p:sp>
      <p:sp>
        <p:nvSpPr>
          <p:cNvPr id="19" name="pill">
            <a:extLst xmlns:a="http://schemas.openxmlformats.org/drawingml/2006/main">
              <a:ext uri="{FF2B5EF4-FFF2-40B4-BE49-F238E27FC236}">
                <a16:creationId xmlns:a16="http://schemas.microsoft.com/office/drawing/2014/main" id="{21E5A549-C194-4DEE-BD9E-EA37D1B6998D}"/>
              </a:ext>
            </a:extLst>
          </p:cNvPr>
          <p:cNvSpPr>
            <a:spLocks xmlns:a="http://schemas.openxmlformats.org/drawingml/2006/main" noGrp="1"/>
          </p:cNvSpPr>
          <p:nvPr/>
        </p:nvSpPr>
        <p:spPr>
          <a:xfrm xmlns:a="http://schemas.openxmlformats.org/drawingml/2006/main">
            <a:off x="4076700" y="2800350"/>
            <a:ext cx="628650" cy="323850"/>
          </a:xfrm>
          <a:prstGeom xmlns:a="http://schemas.openxmlformats.org/drawingml/2006/main" prst="roundRect">
            <a:avLst>
              <a:gd name="adj" fmla="val 23529"/>
            </a:avLst>
          </a:prstGeom>
          <a:solidFill xmlns:a="http://schemas.openxmlformats.org/drawingml/2006/main">
            <a:srgbClr val="17375E"/>
          </a:solidFill>
          <a:ln xmlns:a="http://schemas.openxmlformats.org/drawingml/2006/main" w="9525">
            <a:solidFill>
              <a:srgbClr val="17375E"/>
            </a:solidFill>
            <a:prstDash val="solid"/>
          </a:ln>
        </p:spPr>
      </p:sp>
      <p:sp>
        <p:nvSpPr>
          <p:cNvPr id="20" name="pill-text">
            <a:extLst xmlns:a="http://schemas.openxmlformats.org/drawingml/2006/main">
              <a:ext uri="{FF2B5EF4-FFF2-40B4-BE49-F238E27FC236}">
                <a16:creationId xmlns:a16="http://schemas.microsoft.com/office/drawing/2014/main" id="{5D545B99-B6CA-43C0-9F22-2378F0F31AF1}"/>
              </a:ext>
            </a:extLst>
          </p:cNvPr>
          <p:cNvSpPr>
            <a:spLocks xmlns:a="http://schemas.openxmlformats.org/drawingml/2006/main" noGrp="1"/>
          </p:cNvSpPr>
          <p:nvPr/>
        </p:nvSpPr>
        <p:spPr>
          <a:xfrm xmlns:a="http://schemas.openxmlformats.org/drawingml/2006/main">
            <a:off x="4171950" y="28575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5/10</a:t>
            </a:r>
          </a:p>
        </p:txBody>
      </p:sp>
      <p:sp>
        <p:nvSpPr>
          <p:cNvPr id="21" name="service">
            <a:extLst xmlns:a="http://schemas.openxmlformats.org/drawingml/2006/main">
              <a:ext uri="{FF2B5EF4-FFF2-40B4-BE49-F238E27FC236}">
                <a16:creationId xmlns:a16="http://schemas.microsoft.com/office/drawing/2014/main" id="{4642BE36-4D70-4E77-BD8A-0B72ED337685}"/>
              </a:ext>
            </a:extLst>
          </p:cNvPr>
          <p:cNvSpPr>
            <a:spLocks xmlns:a="http://schemas.openxmlformats.org/drawingml/2006/main" noGrp="1"/>
          </p:cNvSpPr>
          <p:nvPr/>
        </p:nvSpPr>
        <p:spPr>
          <a:xfrm xmlns:a="http://schemas.openxmlformats.org/drawingml/2006/main">
            <a:off x="4743450" y="2800350"/>
            <a:ext cx="1257300" cy="323850"/>
          </a:xfrm>
          <a:prstGeom xmlns:a="http://schemas.openxmlformats.org/drawingml/2006/main" prst="roundRect">
            <a:avLst>
              <a:gd name="adj" fmla="val 17647"/>
            </a:avLst>
          </a:prstGeom>
          <a:solidFill xmlns:a="http://schemas.openxmlformats.org/drawingml/2006/main">
            <a:srgbClr val="EAF1F8"/>
          </a:solidFill>
          <a:ln xmlns:a="http://schemas.openxmlformats.org/drawingml/2006/main" w="9525">
            <a:solidFill>
              <a:srgbClr val="D2DEEA"/>
            </a:solidFill>
            <a:prstDash val="solid"/>
          </a:ln>
        </p:spPr>
      </p:sp>
      <p:sp>
        <p:nvSpPr>
          <p:cNvPr id="22" name="service-text">
            <a:extLst xmlns:a="http://schemas.openxmlformats.org/drawingml/2006/main">
              <a:ext uri="{FF2B5EF4-FFF2-40B4-BE49-F238E27FC236}">
                <a16:creationId xmlns:a16="http://schemas.microsoft.com/office/drawing/2014/main" id="{6A4D0C20-7ED7-42D4-80CE-8A8086C6C9D3}"/>
              </a:ext>
            </a:extLst>
          </p:cNvPr>
          <p:cNvSpPr>
            <a:spLocks xmlns:a="http://schemas.openxmlformats.org/drawingml/2006/main" noGrp="1"/>
          </p:cNvSpPr>
          <p:nvPr/>
        </p:nvSpPr>
        <p:spPr>
          <a:xfrm xmlns:a="http://schemas.openxmlformats.org/drawingml/2006/main">
            <a:off x="4819650" y="2867025"/>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B2A3A"/>
                </a:solidFill>
                <a:latin typeface="Noto Sans CJK JP"/>
                <a:ea typeface="Noto Sans CJK JP"/>
                <a:cs typeface="Noto Sans CJK JP"/>
              </a:defRPr>
            </a:pPr>
            <a:r>
              <a:rPr sz="900" b="1">
                <a:solidFill>
                  <a:srgbClr val="1B2A3A"/>
                </a:solidFill>
                <a:latin typeface="Noto Sans CJK JP"/>
                <a:ea typeface="Noto Sans CJK JP"/>
                <a:cs typeface="Noto Sans CJK JP"/>
              </a:rPr>
              <a:t>初回ショート</a:t>
            </a:r>
          </a:p>
        </p:txBody>
      </p:sp>
      <p:sp>
        <p:nvSpPr>
          <p:cNvPr id="23" name="small-arrow">
            <a:extLst xmlns:a="http://schemas.openxmlformats.org/drawingml/2006/main">
              <a:ext uri="{FF2B5EF4-FFF2-40B4-BE49-F238E27FC236}">
                <a16:creationId xmlns:a16="http://schemas.microsoft.com/office/drawing/2014/main" id="{69F79BF3-7B32-4C2E-96C0-7270BE64A8E0}"/>
              </a:ext>
            </a:extLst>
          </p:cNvPr>
          <p:cNvSpPr>
            <a:spLocks xmlns:a="http://schemas.openxmlformats.org/drawingml/2006/main" noGrp="1"/>
          </p:cNvSpPr>
          <p:nvPr/>
        </p:nvSpPr>
        <p:spPr>
          <a:xfrm xmlns:a="http://schemas.openxmlformats.org/drawingml/2006/main">
            <a:off x="5753100" y="28289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C78B8"/>
                </a:solidFill>
                <a:latin typeface="Noto Sans CJK JP"/>
                <a:ea typeface="Noto Sans CJK JP"/>
                <a:cs typeface="Noto Sans CJK JP"/>
              </a:defRPr>
            </a:pPr>
            <a:r>
              <a:rPr sz="1350" b="1">
                <a:solidFill>
                  <a:srgbClr val="2C78B8"/>
                </a:solidFill>
                <a:latin typeface="Noto Sans CJK JP"/>
                <a:ea typeface="Noto Sans CJK JP"/>
                <a:cs typeface="Noto Sans CJK JP"/>
              </a:rPr>
              <a:t>→</a:t>
            </a:r>
          </a:p>
        </p:txBody>
      </p:sp>
      <p:sp>
        <p:nvSpPr>
          <p:cNvPr id="24" name="pill">
            <a:extLst xmlns:a="http://schemas.openxmlformats.org/drawingml/2006/main">
              <a:ext uri="{FF2B5EF4-FFF2-40B4-BE49-F238E27FC236}">
                <a16:creationId xmlns:a16="http://schemas.microsoft.com/office/drawing/2014/main" id="{78505D98-39F5-46ED-B3F4-4C8C8354484A}"/>
              </a:ext>
            </a:extLst>
          </p:cNvPr>
          <p:cNvSpPr>
            <a:spLocks xmlns:a="http://schemas.openxmlformats.org/drawingml/2006/main" noGrp="1"/>
          </p:cNvSpPr>
          <p:nvPr/>
        </p:nvSpPr>
        <p:spPr>
          <a:xfrm xmlns:a="http://schemas.openxmlformats.org/drawingml/2006/main">
            <a:off x="6267450" y="2800350"/>
            <a:ext cx="628650" cy="323850"/>
          </a:xfrm>
          <a:prstGeom xmlns:a="http://schemas.openxmlformats.org/drawingml/2006/main" prst="roundRect">
            <a:avLst>
              <a:gd name="adj" fmla="val 23529"/>
            </a:avLst>
          </a:prstGeom>
          <a:solidFill xmlns:a="http://schemas.openxmlformats.org/drawingml/2006/main">
            <a:srgbClr val="17375E"/>
          </a:solidFill>
          <a:ln xmlns:a="http://schemas.openxmlformats.org/drawingml/2006/main" w="9525">
            <a:solidFill>
              <a:srgbClr val="17375E"/>
            </a:solidFill>
            <a:prstDash val="solid"/>
          </a:ln>
        </p:spPr>
      </p:sp>
      <p:sp>
        <p:nvSpPr>
          <p:cNvPr id="25" name="pill-text">
            <a:extLst xmlns:a="http://schemas.openxmlformats.org/drawingml/2006/main">
              <a:ext uri="{FF2B5EF4-FFF2-40B4-BE49-F238E27FC236}">
                <a16:creationId xmlns:a16="http://schemas.microsoft.com/office/drawing/2014/main" id="{FC500F5B-4E7B-41F3-BE5A-615B0D2518BE}"/>
              </a:ext>
            </a:extLst>
          </p:cNvPr>
          <p:cNvSpPr>
            <a:spLocks xmlns:a="http://schemas.openxmlformats.org/drawingml/2006/main" noGrp="1"/>
          </p:cNvSpPr>
          <p:nvPr/>
        </p:nvSpPr>
        <p:spPr>
          <a:xfrm xmlns:a="http://schemas.openxmlformats.org/drawingml/2006/main">
            <a:off x="6362700" y="28575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5/24</a:t>
            </a:r>
          </a:p>
        </p:txBody>
      </p:sp>
      <p:sp>
        <p:nvSpPr>
          <p:cNvPr id="26" name="service">
            <a:extLst xmlns:a="http://schemas.openxmlformats.org/drawingml/2006/main">
              <a:ext uri="{FF2B5EF4-FFF2-40B4-BE49-F238E27FC236}">
                <a16:creationId xmlns:a16="http://schemas.microsoft.com/office/drawing/2014/main" id="{2C8B40CD-77F3-4CC1-ABE2-4544404F4267}"/>
              </a:ext>
            </a:extLst>
          </p:cNvPr>
          <p:cNvSpPr>
            <a:spLocks xmlns:a="http://schemas.openxmlformats.org/drawingml/2006/main" noGrp="1"/>
          </p:cNvSpPr>
          <p:nvPr/>
        </p:nvSpPr>
        <p:spPr>
          <a:xfrm xmlns:a="http://schemas.openxmlformats.org/drawingml/2006/main">
            <a:off x="6934200" y="2800350"/>
            <a:ext cx="857250" cy="323850"/>
          </a:xfrm>
          <a:prstGeom xmlns:a="http://schemas.openxmlformats.org/drawingml/2006/main" prst="roundRect">
            <a:avLst>
              <a:gd name="adj" fmla="val 17647"/>
            </a:avLst>
          </a:prstGeom>
          <a:solidFill xmlns:a="http://schemas.openxmlformats.org/drawingml/2006/main">
            <a:srgbClr val="EAF1F8"/>
          </a:solidFill>
          <a:ln xmlns:a="http://schemas.openxmlformats.org/drawingml/2006/main" w="9525">
            <a:solidFill>
              <a:srgbClr val="D2DEEA"/>
            </a:solidFill>
            <a:prstDash val="solid"/>
          </a:ln>
        </p:spPr>
      </p:sp>
      <p:sp>
        <p:nvSpPr>
          <p:cNvPr id="27" name="service-text">
            <a:extLst xmlns:a="http://schemas.openxmlformats.org/drawingml/2006/main">
              <a:ext uri="{FF2B5EF4-FFF2-40B4-BE49-F238E27FC236}">
                <a16:creationId xmlns:a16="http://schemas.microsoft.com/office/drawing/2014/main" id="{BCCF5922-7A04-4B4F-B198-8272E70957D5}"/>
              </a:ext>
            </a:extLst>
          </p:cNvPr>
          <p:cNvSpPr>
            <a:spLocks xmlns:a="http://schemas.openxmlformats.org/drawingml/2006/main" noGrp="1"/>
          </p:cNvSpPr>
          <p:nvPr/>
        </p:nvSpPr>
        <p:spPr>
          <a:xfrm xmlns:a="http://schemas.openxmlformats.org/drawingml/2006/main">
            <a:off x="7010400" y="286702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B2A3A"/>
                </a:solidFill>
                <a:latin typeface="Noto Sans CJK JP"/>
                <a:ea typeface="Noto Sans CJK JP"/>
                <a:cs typeface="Noto Sans CJK JP"/>
              </a:defRPr>
            </a:pPr>
            <a:r>
              <a:rPr sz="900" b="1">
                <a:solidFill>
                  <a:srgbClr val="1B2A3A"/>
                </a:solidFill>
                <a:latin typeface="Noto Sans CJK JP"/>
                <a:ea typeface="Noto Sans CJK JP"/>
                <a:cs typeface="Noto Sans CJK JP"/>
              </a:rPr>
              <a:t>再利用</a:t>
            </a:r>
          </a:p>
        </p:txBody>
      </p:sp>
      <p:sp>
        <p:nvSpPr>
          <p:cNvPr id="28" name="insight">
            <a:extLst xmlns:a="http://schemas.openxmlformats.org/drawingml/2006/main">
              <a:ext uri="{FF2B5EF4-FFF2-40B4-BE49-F238E27FC236}">
                <a16:creationId xmlns:a16="http://schemas.microsoft.com/office/drawing/2014/main" id="{B7B6CA66-7DA6-46C5-B3A5-FDBDEA8F6C4F}"/>
              </a:ext>
            </a:extLst>
          </p:cNvPr>
          <p:cNvSpPr>
            <a:spLocks xmlns:a="http://schemas.openxmlformats.org/drawingml/2006/main" noGrp="1"/>
          </p:cNvSpPr>
          <p:nvPr/>
        </p:nvSpPr>
        <p:spPr>
          <a:xfrm xmlns:a="http://schemas.openxmlformats.org/drawingml/2006/main">
            <a:off x="7715250" y="2752725"/>
            <a:ext cx="3333750" cy="381000"/>
          </a:xfrm>
          <a:prstGeom xmlns:a="http://schemas.openxmlformats.org/drawingml/2006/main" prst="roundRect">
            <a:avLst>
              <a:gd name="adj" fmla="val 20000"/>
            </a:avLst>
          </a:prstGeom>
          <a:solidFill xmlns:a="http://schemas.openxmlformats.org/drawingml/2006/main">
            <a:srgbClr val="17375E"/>
          </a:solidFill>
          <a:ln xmlns:a="http://schemas.openxmlformats.org/drawingml/2006/main" w="9525">
            <a:solidFill>
              <a:srgbClr val="17375E"/>
            </a:solidFill>
            <a:prstDash val="solid"/>
          </a:ln>
        </p:spPr>
      </p:sp>
      <p:sp>
        <p:nvSpPr>
          <p:cNvPr id="29" name="insight-text">
            <a:extLst xmlns:a="http://schemas.openxmlformats.org/drawingml/2006/main">
              <a:ext uri="{FF2B5EF4-FFF2-40B4-BE49-F238E27FC236}">
                <a16:creationId xmlns:a16="http://schemas.microsoft.com/office/drawing/2014/main" id="{BF6AA86B-E3AC-4903-A190-DE351FA6C5D5}"/>
              </a:ext>
            </a:extLst>
          </p:cNvPr>
          <p:cNvSpPr>
            <a:spLocks xmlns:a="http://schemas.openxmlformats.org/drawingml/2006/main" noGrp="1"/>
          </p:cNvSpPr>
          <p:nvPr/>
        </p:nvSpPr>
        <p:spPr>
          <a:xfrm xmlns:a="http://schemas.openxmlformats.org/drawingml/2006/main">
            <a:off x="7886700" y="2838450"/>
            <a:ext cx="2990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次回利用につながる流れ</a:t>
            </a:r>
          </a:p>
        </p:txBody>
      </p:sp>
      <p:sp>
        <p:nvSpPr>
          <p:cNvPr id="30" name="timeline-row">
            <a:extLst xmlns:a="http://schemas.openxmlformats.org/drawingml/2006/main">
              <a:ext uri="{FF2B5EF4-FFF2-40B4-BE49-F238E27FC236}">
                <a16:creationId xmlns:a16="http://schemas.microsoft.com/office/drawing/2014/main" id="{3F86623B-6882-4E31-9414-EBB3E944CAAE}"/>
              </a:ext>
            </a:extLst>
          </p:cNvPr>
          <p:cNvSpPr>
            <a:spLocks xmlns:a="http://schemas.openxmlformats.org/drawingml/2006/main" noGrp="1"/>
          </p:cNvSpPr>
          <p:nvPr/>
        </p:nvSpPr>
        <p:spPr>
          <a:xfrm xmlns:a="http://schemas.openxmlformats.org/drawingml/2006/main">
            <a:off x="819150" y="3352800"/>
            <a:ext cx="10553700" cy="514350"/>
          </a:xfrm>
          <a:prstGeom xmlns:a="http://schemas.openxmlformats.org/drawingml/2006/main" prst="roundRect">
            <a:avLst>
              <a:gd name="adj" fmla="val 14815"/>
            </a:avLst>
          </a:prstGeom>
          <a:solidFill xmlns:a="http://schemas.openxmlformats.org/drawingml/2006/main">
            <a:srgbClr val="F8FBFE"/>
          </a:solidFill>
          <a:ln xmlns:a="http://schemas.openxmlformats.org/drawingml/2006/main" w="9525">
            <a:solidFill>
              <a:srgbClr val="D2DEEA"/>
            </a:solidFill>
            <a:prstDash val="solid"/>
          </a:ln>
        </p:spPr>
      </p:sp>
      <p:sp>
        <p:nvSpPr>
          <p:cNvPr id="31" name="user">
            <a:extLst xmlns:a="http://schemas.openxmlformats.org/drawingml/2006/main">
              <a:ext uri="{FF2B5EF4-FFF2-40B4-BE49-F238E27FC236}">
                <a16:creationId xmlns:a16="http://schemas.microsoft.com/office/drawing/2014/main" id="{579A6002-1999-4E71-8551-D3F3B0EE73D4}"/>
              </a:ext>
            </a:extLst>
          </p:cNvPr>
          <p:cNvSpPr>
            <a:spLocks xmlns:a="http://schemas.openxmlformats.org/drawingml/2006/main" noGrp="1"/>
          </p:cNvSpPr>
          <p:nvPr/>
        </p:nvSpPr>
        <p:spPr>
          <a:xfrm xmlns:a="http://schemas.openxmlformats.org/drawingml/2006/main">
            <a:off x="1028700" y="34956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E3A5F"/>
                </a:solidFill>
                <a:latin typeface="Noto Sans CJK JP"/>
                <a:ea typeface="Noto Sans CJK JP"/>
                <a:cs typeface="Noto Sans CJK JP"/>
              </a:defRPr>
            </a:pPr>
            <a:r>
              <a:rPr sz="1050" b="1">
                <a:solidFill>
                  <a:srgbClr val="1E3A5F"/>
                </a:solidFill>
                <a:latin typeface="Noto Sans CJK JP"/>
                <a:ea typeface="Noto Sans CJK JP"/>
                <a:cs typeface="Noto Sans CJK JP"/>
              </a:rPr>
              <a:t>利用者B</a:t>
            </a:r>
          </a:p>
        </p:txBody>
      </p:sp>
      <p:sp>
        <p:nvSpPr>
          <p:cNvPr id="32" name="pill">
            <a:extLst xmlns:a="http://schemas.openxmlformats.org/drawingml/2006/main">
              <a:ext uri="{FF2B5EF4-FFF2-40B4-BE49-F238E27FC236}">
                <a16:creationId xmlns:a16="http://schemas.microsoft.com/office/drawing/2014/main" id="{1F77FBDC-7A27-4892-A12F-ABDC5C891E02}"/>
              </a:ext>
            </a:extLst>
          </p:cNvPr>
          <p:cNvSpPr>
            <a:spLocks xmlns:a="http://schemas.openxmlformats.org/drawingml/2006/main" noGrp="1"/>
          </p:cNvSpPr>
          <p:nvPr/>
        </p:nvSpPr>
        <p:spPr>
          <a:xfrm xmlns:a="http://schemas.openxmlformats.org/drawingml/2006/main">
            <a:off x="2286000" y="3467100"/>
            <a:ext cx="628650" cy="323850"/>
          </a:xfrm>
          <a:prstGeom xmlns:a="http://schemas.openxmlformats.org/drawingml/2006/main" prst="roundRect">
            <a:avLst>
              <a:gd name="adj" fmla="val 23529"/>
            </a:avLst>
          </a:prstGeom>
          <a:solidFill xmlns:a="http://schemas.openxmlformats.org/drawingml/2006/main">
            <a:srgbClr val="17375E"/>
          </a:solidFill>
          <a:ln xmlns:a="http://schemas.openxmlformats.org/drawingml/2006/main" w="9525">
            <a:solidFill>
              <a:srgbClr val="17375E"/>
            </a:solidFill>
            <a:prstDash val="solid"/>
          </a:ln>
        </p:spPr>
      </p:sp>
      <p:sp>
        <p:nvSpPr>
          <p:cNvPr id="33" name="pill-text">
            <a:extLst xmlns:a="http://schemas.openxmlformats.org/drawingml/2006/main">
              <a:ext uri="{FF2B5EF4-FFF2-40B4-BE49-F238E27FC236}">
                <a16:creationId xmlns:a16="http://schemas.microsoft.com/office/drawing/2014/main" id="{E3A6DA2C-1B3C-41AB-81C0-8FE1DEDDF4D4}"/>
              </a:ext>
            </a:extLst>
          </p:cNvPr>
          <p:cNvSpPr>
            <a:spLocks xmlns:a="http://schemas.openxmlformats.org/drawingml/2006/main" noGrp="1"/>
          </p:cNvSpPr>
          <p:nvPr/>
        </p:nvSpPr>
        <p:spPr>
          <a:xfrm xmlns:a="http://schemas.openxmlformats.org/drawingml/2006/main">
            <a:off x="2381250" y="35242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4/18</a:t>
            </a:r>
          </a:p>
        </p:txBody>
      </p:sp>
      <p:sp>
        <p:nvSpPr>
          <p:cNvPr id="34" name="service">
            <a:extLst xmlns:a="http://schemas.openxmlformats.org/drawingml/2006/main">
              <a:ext uri="{FF2B5EF4-FFF2-40B4-BE49-F238E27FC236}">
                <a16:creationId xmlns:a16="http://schemas.microsoft.com/office/drawing/2014/main" id="{06A295B2-4056-4867-A795-8C14ECA62684}"/>
              </a:ext>
            </a:extLst>
          </p:cNvPr>
          <p:cNvSpPr>
            <a:spLocks xmlns:a="http://schemas.openxmlformats.org/drawingml/2006/main" noGrp="1"/>
          </p:cNvSpPr>
          <p:nvPr/>
        </p:nvSpPr>
        <p:spPr>
          <a:xfrm xmlns:a="http://schemas.openxmlformats.org/drawingml/2006/main">
            <a:off x="2952750" y="3467100"/>
            <a:ext cx="857250" cy="323850"/>
          </a:xfrm>
          <a:prstGeom xmlns:a="http://schemas.openxmlformats.org/drawingml/2006/main" prst="roundRect">
            <a:avLst>
              <a:gd name="adj" fmla="val 17647"/>
            </a:avLst>
          </a:prstGeom>
          <a:solidFill xmlns:a="http://schemas.openxmlformats.org/drawingml/2006/main">
            <a:srgbClr val="EAF1F8"/>
          </a:solidFill>
          <a:ln xmlns:a="http://schemas.openxmlformats.org/drawingml/2006/main" w="9525">
            <a:solidFill>
              <a:srgbClr val="D2DEEA"/>
            </a:solidFill>
            <a:prstDash val="solid"/>
          </a:ln>
        </p:spPr>
      </p:sp>
      <p:sp>
        <p:nvSpPr>
          <p:cNvPr id="35" name="service-text">
            <a:extLst xmlns:a="http://schemas.openxmlformats.org/drawingml/2006/main">
              <a:ext uri="{FF2B5EF4-FFF2-40B4-BE49-F238E27FC236}">
                <a16:creationId xmlns:a16="http://schemas.microsoft.com/office/drawing/2014/main" id="{229E7682-B9DF-4893-ACD3-75AFF40676A6}"/>
              </a:ext>
            </a:extLst>
          </p:cNvPr>
          <p:cNvSpPr>
            <a:spLocks xmlns:a="http://schemas.openxmlformats.org/drawingml/2006/main" noGrp="1"/>
          </p:cNvSpPr>
          <p:nvPr/>
        </p:nvSpPr>
        <p:spPr>
          <a:xfrm xmlns:a="http://schemas.openxmlformats.org/drawingml/2006/main">
            <a:off x="3028950" y="353377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B2A3A"/>
                </a:solidFill>
                <a:latin typeface="Noto Sans CJK JP"/>
                <a:ea typeface="Noto Sans CJK JP"/>
                <a:cs typeface="Noto Sans CJK JP"/>
              </a:defRPr>
            </a:pPr>
            <a:r>
              <a:rPr sz="900" b="1">
                <a:solidFill>
                  <a:srgbClr val="1B2A3A"/>
                </a:solidFill>
                <a:latin typeface="Noto Sans CJK JP"/>
                <a:ea typeface="Noto Sans CJK JP"/>
                <a:cs typeface="Noto Sans CJK JP"/>
              </a:rPr>
              <a:t>デイ</a:t>
            </a:r>
          </a:p>
        </p:txBody>
      </p:sp>
      <p:sp>
        <p:nvSpPr>
          <p:cNvPr id="36" name="small-arrow">
            <a:extLst xmlns:a="http://schemas.openxmlformats.org/drawingml/2006/main">
              <a:ext uri="{FF2B5EF4-FFF2-40B4-BE49-F238E27FC236}">
                <a16:creationId xmlns:a16="http://schemas.microsoft.com/office/drawing/2014/main" id="{A0B9D94C-0E94-4039-A0B5-9B78E9764DC2}"/>
              </a:ext>
            </a:extLst>
          </p:cNvPr>
          <p:cNvSpPr>
            <a:spLocks xmlns:a="http://schemas.openxmlformats.org/drawingml/2006/main" noGrp="1"/>
          </p:cNvSpPr>
          <p:nvPr/>
        </p:nvSpPr>
        <p:spPr>
          <a:xfrm xmlns:a="http://schemas.openxmlformats.org/drawingml/2006/main">
            <a:off x="3562350" y="34956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C78B8"/>
                </a:solidFill>
                <a:latin typeface="Noto Sans CJK JP"/>
                <a:ea typeface="Noto Sans CJK JP"/>
                <a:cs typeface="Noto Sans CJK JP"/>
              </a:defRPr>
            </a:pPr>
            <a:r>
              <a:rPr sz="1350" b="1">
                <a:solidFill>
                  <a:srgbClr val="2C78B8"/>
                </a:solidFill>
                <a:latin typeface="Noto Sans CJK JP"/>
                <a:ea typeface="Noto Sans CJK JP"/>
                <a:cs typeface="Noto Sans CJK JP"/>
              </a:rPr>
              <a:t>→</a:t>
            </a:r>
          </a:p>
        </p:txBody>
      </p:sp>
      <p:sp>
        <p:nvSpPr>
          <p:cNvPr id="37" name="pill">
            <a:extLst xmlns:a="http://schemas.openxmlformats.org/drawingml/2006/main">
              <a:ext uri="{FF2B5EF4-FFF2-40B4-BE49-F238E27FC236}">
                <a16:creationId xmlns:a16="http://schemas.microsoft.com/office/drawing/2014/main" id="{08630226-970E-4C89-B219-48BBE7900E8F}"/>
              </a:ext>
            </a:extLst>
          </p:cNvPr>
          <p:cNvSpPr>
            <a:spLocks xmlns:a="http://schemas.openxmlformats.org/drawingml/2006/main" noGrp="1"/>
          </p:cNvSpPr>
          <p:nvPr/>
        </p:nvSpPr>
        <p:spPr>
          <a:xfrm xmlns:a="http://schemas.openxmlformats.org/drawingml/2006/main">
            <a:off x="4076700" y="3467100"/>
            <a:ext cx="628650" cy="323850"/>
          </a:xfrm>
          <a:prstGeom xmlns:a="http://schemas.openxmlformats.org/drawingml/2006/main" prst="roundRect">
            <a:avLst>
              <a:gd name="adj" fmla="val 23529"/>
            </a:avLst>
          </a:prstGeom>
          <a:solidFill xmlns:a="http://schemas.openxmlformats.org/drawingml/2006/main">
            <a:srgbClr val="17375E"/>
          </a:solidFill>
          <a:ln xmlns:a="http://schemas.openxmlformats.org/drawingml/2006/main" w="9525">
            <a:solidFill>
              <a:srgbClr val="17375E"/>
            </a:solidFill>
            <a:prstDash val="solid"/>
          </a:ln>
        </p:spPr>
      </p:sp>
      <p:sp>
        <p:nvSpPr>
          <p:cNvPr id="38" name="pill-text">
            <a:extLst xmlns:a="http://schemas.openxmlformats.org/drawingml/2006/main">
              <a:ext uri="{FF2B5EF4-FFF2-40B4-BE49-F238E27FC236}">
                <a16:creationId xmlns:a16="http://schemas.microsoft.com/office/drawing/2014/main" id="{F4F48474-8BD4-4BB3-B7D2-5299E17E64C8}"/>
              </a:ext>
            </a:extLst>
          </p:cNvPr>
          <p:cNvSpPr>
            <a:spLocks xmlns:a="http://schemas.openxmlformats.org/drawingml/2006/main" noGrp="1"/>
          </p:cNvSpPr>
          <p:nvPr/>
        </p:nvSpPr>
        <p:spPr>
          <a:xfrm xmlns:a="http://schemas.openxmlformats.org/drawingml/2006/main">
            <a:off x="4171950" y="35242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5/02</a:t>
            </a:r>
          </a:p>
        </p:txBody>
      </p:sp>
      <p:sp>
        <p:nvSpPr>
          <p:cNvPr id="39" name="service">
            <a:extLst xmlns:a="http://schemas.openxmlformats.org/drawingml/2006/main">
              <a:ext uri="{FF2B5EF4-FFF2-40B4-BE49-F238E27FC236}">
                <a16:creationId xmlns:a16="http://schemas.microsoft.com/office/drawing/2014/main" id="{90D369A2-EB90-401D-8295-A07837230818}"/>
              </a:ext>
            </a:extLst>
          </p:cNvPr>
          <p:cNvSpPr>
            <a:spLocks xmlns:a="http://schemas.openxmlformats.org/drawingml/2006/main" noGrp="1"/>
          </p:cNvSpPr>
          <p:nvPr/>
        </p:nvSpPr>
        <p:spPr>
          <a:xfrm xmlns:a="http://schemas.openxmlformats.org/drawingml/2006/main">
            <a:off x="4743450" y="3467100"/>
            <a:ext cx="857250" cy="323850"/>
          </a:xfrm>
          <a:prstGeom xmlns:a="http://schemas.openxmlformats.org/drawingml/2006/main" prst="roundRect">
            <a:avLst>
              <a:gd name="adj" fmla="val 17647"/>
            </a:avLst>
          </a:prstGeom>
          <a:solidFill xmlns:a="http://schemas.openxmlformats.org/drawingml/2006/main">
            <a:srgbClr val="EAF1F8"/>
          </a:solidFill>
          <a:ln xmlns:a="http://schemas.openxmlformats.org/drawingml/2006/main" w="9525">
            <a:solidFill>
              <a:srgbClr val="D2DEEA"/>
            </a:solidFill>
            <a:prstDash val="solid"/>
          </a:ln>
        </p:spPr>
      </p:sp>
      <p:sp>
        <p:nvSpPr>
          <p:cNvPr id="40" name="service-text">
            <a:extLst xmlns:a="http://schemas.openxmlformats.org/drawingml/2006/main">
              <a:ext uri="{FF2B5EF4-FFF2-40B4-BE49-F238E27FC236}">
                <a16:creationId xmlns:a16="http://schemas.microsoft.com/office/drawing/2014/main" id="{5FD0AF5B-8845-410A-BF13-EE4C3177A498}"/>
              </a:ext>
            </a:extLst>
          </p:cNvPr>
          <p:cNvSpPr>
            <a:spLocks xmlns:a="http://schemas.openxmlformats.org/drawingml/2006/main" noGrp="1"/>
          </p:cNvSpPr>
          <p:nvPr/>
        </p:nvSpPr>
        <p:spPr>
          <a:xfrm xmlns:a="http://schemas.openxmlformats.org/drawingml/2006/main">
            <a:off x="4819650" y="353377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B2A3A"/>
                </a:solidFill>
                <a:latin typeface="Noto Sans CJK JP"/>
                <a:ea typeface="Noto Sans CJK JP"/>
                <a:cs typeface="Noto Sans CJK JP"/>
              </a:defRPr>
            </a:pPr>
            <a:r>
              <a:rPr sz="900" b="1">
                <a:solidFill>
                  <a:srgbClr val="1B2A3A"/>
                </a:solidFill>
                <a:latin typeface="Noto Sans CJK JP"/>
                <a:ea typeface="Noto Sans CJK JP"/>
                <a:cs typeface="Noto Sans CJK JP"/>
              </a:rPr>
              <a:t>デイ</a:t>
            </a:r>
          </a:p>
        </p:txBody>
      </p:sp>
      <p:sp>
        <p:nvSpPr>
          <p:cNvPr id="41" name="small-arrow">
            <a:extLst xmlns:a="http://schemas.openxmlformats.org/drawingml/2006/main">
              <a:ext uri="{FF2B5EF4-FFF2-40B4-BE49-F238E27FC236}">
                <a16:creationId xmlns:a16="http://schemas.microsoft.com/office/drawing/2014/main" id="{ACE65410-C252-4A71-9120-59EE19F9E535}"/>
              </a:ext>
            </a:extLst>
          </p:cNvPr>
          <p:cNvSpPr>
            <a:spLocks xmlns:a="http://schemas.openxmlformats.org/drawingml/2006/main" noGrp="1"/>
          </p:cNvSpPr>
          <p:nvPr/>
        </p:nvSpPr>
        <p:spPr>
          <a:xfrm xmlns:a="http://schemas.openxmlformats.org/drawingml/2006/main">
            <a:off x="5353050" y="34956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C78B8"/>
                </a:solidFill>
                <a:latin typeface="Noto Sans CJK JP"/>
                <a:ea typeface="Noto Sans CJK JP"/>
                <a:cs typeface="Noto Sans CJK JP"/>
              </a:defRPr>
            </a:pPr>
            <a:r>
              <a:rPr sz="1350" b="1">
                <a:solidFill>
                  <a:srgbClr val="2C78B8"/>
                </a:solidFill>
                <a:latin typeface="Noto Sans CJK JP"/>
                <a:ea typeface="Noto Sans CJK JP"/>
                <a:cs typeface="Noto Sans CJK JP"/>
              </a:rPr>
              <a:t>→</a:t>
            </a:r>
          </a:p>
        </p:txBody>
      </p:sp>
      <p:sp>
        <p:nvSpPr>
          <p:cNvPr id="42" name="pill">
            <a:extLst xmlns:a="http://schemas.openxmlformats.org/drawingml/2006/main">
              <a:ext uri="{FF2B5EF4-FFF2-40B4-BE49-F238E27FC236}">
                <a16:creationId xmlns:a16="http://schemas.microsoft.com/office/drawing/2014/main" id="{0F45F27E-9E3C-424A-97A3-05EA1AE5F4F6}"/>
              </a:ext>
            </a:extLst>
          </p:cNvPr>
          <p:cNvSpPr>
            <a:spLocks xmlns:a="http://schemas.openxmlformats.org/drawingml/2006/main" noGrp="1"/>
          </p:cNvSpPr>
          <p:nvPr/>
        </p:nvSpPr>
        <p:spPr>
          <a:xfrm xmlns:a="http://schemas.openxmlformats.org/drawingml/2006/main">
            <a:off x="5867400" y="3467100"/>
            <a:ext cx="628650" cy="323850"/>
          </a:xfrm>
          <a:prstGeom xmlns:a="http://schemas.openxmlformats.org/drawingml/2006/main" prst="roundRect">
            <a:avLst>
              <a:gd name="adj" fmla="val 23529"/>
            </a:avLst>
          </a:prstGeom>
          <a:solidFill xmlns:a="http://schemas.openxmlformats.org/drawingml/2006/main">
            <a:srgbClr val="17375E"/>
          </a:solidFill>
          <a:ln xmlns:a="http://schemas.openxmlformats.org/drawingml/2006/main" w="9525">
            <a:solidFill>
              <a:srgbClr val="17375E"/>
            </a:solidFill>
            <a:prstDash val="solid"/>
          </a:ln>
        </p:spPr>
      </p:sp>
      <p:sp>
        <p:nvSpPr>
          <p:cNvPr id="43" name="pill-text">
            <a:extLst xmlns:a="http://schemas.openxmlformats.org/drawingml/2006/main">
              <a:ext uri="{FF2B5EF4-FFF2-40B4-BE49-F238E27FC236}">
                <a16:creationId xmlns:a16="http://schemas.microsoft.com/office/drawing/2014/main" id="{AE6BDF2B-86E5-4626-8313-32B448EC0B5B}"/>
              </a:ext>
            </a:extLst>
          </p:cNvPr>
          <p:cNvSpPr>
            <a:spLocks xmlns:a="http://schemas.openxmlformats.org/drawingml/2006/main" noGrp="1"/>
          </p:cNvSpPr>
          <p:nvPr/>
        </p:nvSpPr>
        <p:spPr>
          <a:xfrm xmlns:a="http://schemas.openxmlformats.org/drawingml/2006/main">
            <a:off x="5962650" y="35242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5/16</a:t>
            </a:r>
          </a:p>
        </p:txBody>
      </p:sp>
      <p:sp>
        <p:nvSpPr>
          <p:cNvPr id="44" name="service">
            <a:extLst xmlns:a="http://schemas.openxmlformats.org/drawingml/2006/main">
              <a:ext uri="{FF2B5EF4-FFF2-40B4-BE49-F238E27FC236}">
                <a16:creationId xmlns:a16="http://schemas.microsoft.com/office/drawing/2014/main" id="{637F01A6-12E0-4DE1-9B3A-262E9BF9E586}"/>
              </a:ext>
            </a:extLst>
          </p:cNvPr>
          <p:cNvSpPr>
            <a:spLocks xmlns:a="http://schemas.openxmlformats.org/drawingml/2006/main" noGrp="1"/>
          </p:cNvSpPr>
          <p:nvPr/>
        </p:nvSpPr>
        <p:spPr>
          <a:xfrm xmlns:a="http://schemas.openxmlformats.org/drawingml/2006/main">
            <a:off x="6534150" y="3467100"/>
            <a:ext cx="857250" cy="323850"/>
          </a:xfrm>
          <a:prstGeom xmlns:a="http://schemas.openxmlformats.org/drawingml/2006/main" prst="roundRect">
            <a:avLst>
              <a:gd name="adj" fmla="val 17647"/>
            </a:avLst>
          </a:prstGeom>
          <a:solidFill xmlns:a="http://schemas.openxmlformats.org/drawingml/2006/main">
            <a:srgbClr val="EAF1F8"/>
          </a:solidFill>
          <a:ln xmlns:a="http://schemas.openxmlformats.org/drawingml/2006/main" w="9525">
            <a:solidFill>
              <a:srgbClr val="D2DEEA"/>
            </a:solidFill>
            <a:prstDash val="solid"/>
          </a:ln>
        </p:spPr>
      </p:sp>
      <p:sp>
        <p:nvSpPr>
          <p:cNvPr id="45" name="service-text">
            <a:extLst xmlns:a="http://schemas.openxmlformats.org/drawingml/2006/main">
              <a:ext uri="{FF2B5EF4-FFF2-40B4-BE49-F238E27FC236}">
                <a16:creationId xmlns:a16="http://schemas.microsoft.com/office/drawing/2014/main" id="{2C323CA4-5596-4165-80FD-889FFF553F07}"/>
              </a:ext>
            </a:extLst>
          </p:cNvPr>
          <p:cNvSpPr>
            <a:spLocks xmlns:a="http://schemas.openxmlformats.org/drawingml/2006/main" noGrp="1"/>
          </p:cNvSpPr>
          <p:nvPr/>
        </p:nvSpPr>
        <p:spPr>
          <a:xfrm xmlns:a="http://schemas.openxmlformats.org/drawingml/2006/main">
            <a:off x="6610350" y="353377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B2A3A"/>
                </a:solidFill>
                <a:latin typeface="Noto Sans CJK JP"/>
                <a:ea typeface="Noto Sans CJK JP"/>
                <a:cs typeface="Noto Sans CJK JP"/>
              </a:defRPr>
            </a:pPr>
            <a:r>
              <a:rPr sz="900" b="1">
                <a:solidFill>
                  <a:srgbClr val="1B2A3A"/>
                </a:solidFill>
                <a:latin typeface="Noto Sans CJK JP"/>
                <a:ea typeface="Noto Sans CJK JP"/>
                <a:cs typeface="Noto Sans CJK JP"/>
              </a:rPr>
              <a:t>デイ</a:t>
            </a:r>
          </a:p>
        </p:txBody>
      </p:sp>
      <p:sp>
        <p:nvSpPr>
          <p:cNvPr id="46" name="insight">
            <a:extLst xmlns:a="http://schemas.openxmlformats.org/drawingml/2006/main">
              <a:ext uri="{FF2B5EF4-FFF2-40B4-BE49-F238E27FC236}">
                <a16:creationId xmlns:a16="http://schemas.microsoft.com/office/drawing/2014/main" id="{7241BA1F-1CF5-4A65-B1CF-4C3F1CBD26A2}"/>
              </a:ext>
            </a:extLst>
          </p:cNvPr>
          <p:cNvSpPr>
            <a:spLocks xmlns:a="http://schemas.openxmlformats.org/drawingml/2006/main" noGrp="1"/>
          </p:cNvSpPr>
          <p:nvPr/>
        </p:nvSpPr>
        <p:spPr>
          <a:xfrm xmlns:a="http://schemas.openxmlformats.org/drawingml/2006/main">
            <a:off x="7715250" y="3419475"/>
            <a:ext cx="3333750" cy="3810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9525">
            <a:solidFill>
              <a:srgbClr val="D2DEEA"/>
            </a:solidFill>
            <a:prstDash val="solid"/>
          </a:ln>
        </p:spPr>
      </p:sp>
      <p:sp>
        <p:nvSpPr>
          <p:cNvPr id="47" name="insight-text">
            <a:extLst xmlns:a="http://schemas.openxmlformats.org/drawingml/2006/main">
              <a:ext uri="{FF2B5EF4-FFF2-40B4-BE49-F238E27FC236}">
                <a16:creationId xmlns:a16="http://schemas.microsoft.com/office/drawing/2014/main" id="{ACAB7802-4BB9-40F6-BAE5-75D542F8E612}"/>
              </a:ext>
            </a:extLst>
          </p:cNvPr>
          <p:cNvSpPr>
            <a:spLocks xmlns:a="http://schemas.openxmlformats.org/drawingml/2006/main" noGrp="1"/>
          </p:cNvSpPr>
          <p:nvPr/>
        </p:nvSpPr>
        <p:spPr>
          <a:xfrm xmlns:a="http://schemas.openxmlformats.org/drawingml/2006/main">
            <a:off x="7886700" y="3505200"/>
            <a:ext cx="2990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B2A3A"/>
                </a:solidFill>
                <a:latin typeface="Noto Sans CJK JP"/>
                <a:ea typeface="Noto Sans CJK JP"/>
                <a:cs typeface="Noto Sans CJK JP"/>
              </a:defRPr>
            </a:pPr>
            <a:r>
              <a:rPr sz="975" b="1">
                <a:solidFill>
                  <a:srgbClr val="1B2A3A"/>
                </a:solidFill>
                <a:latin typeface="Noto Sans CJK JP"/>
                <a:ea typeface="Noto Sans CJK JP"/>
                <a:cs typeface="Noto Sans CJK JP"/>
              </a:rPr>
              <a:t>ショート未接続の候補</a:t>
            </a:r>
          </a:p>
        </p:txBody>
      </p:sp>
      <p:sp>
        <p:nvSpPr>
          <p:cNvPr id="48" name="timeline-row">
            <a:extLst xmlns:a="http://schemas.openxmlformats.org/drawingml/2006/main">
              <a:ext uri="{FF2B5EF4-FFF2-40B4-BE49-F238E27FC236}">
                <a16:creationId xmlns:a16="http://schemas.microsoft.com/office/drawing/2014/main" id="{6CE3921A-6D8B-44A3-9374-062FED797205}"/>
              </a:ext>
            </a:extLst>
          </p:cNvPr>
          <p:cNvSpPr>
            <a:spLocks xmlns:a="http://schemas.openxmlformats.org/drawingml/2006/main" noGrp="1"/>
          </p:cNvSpPr>
          <p:nvPr/>
        </p:nvSpPr>
        <p:spPr>
          <a:xfrm xmlns:a="http://schemas.openxmlformats.org/drawingml/2006/main">
            <a:off x="819150" y="4019550"/>
            <a:ext cx="10553700" cy="514350"/>
          </a:xfrm>
          <a:prstGeom xmlns:a="http://schemas.openxmlformats.org/drawingml/2006/main" prst="roundRect">
            <a:avLst>
              <a:gd name="adj" fmla="val 14815"/>
            </a:avLst>
          </a:prstGeom>
          <a:solidFill xmlns:a="http://schemas.openxmlformats.org/drawingml/2006/main">
            <a:srgbClr val="F8FBFE"/>
          </a:solidFill>
          <a:ln xmlns:a="http://schemas.openxmlformats.org/drawingml/2006/main" w="9525">
            <a:solidFill>
              <a:srgbClr val="D2DEEA"/>
            </a:solidFill>
            <a:prstDash val="solid"/>
          </a:ln>
        </p:spPr>
      </p:sp>
      <p:sp>
        <p:nvSpPr>
          <p:cNvPr id="49" name="user">
            <a:extLst xmlns:a="http://schemas.openxmlformats.org/drawingml/2006/main">
              <a:ext uri="{FF2B5EF4-FFF2-40B4-BE49-F238E27FC236}">
                <a16:creationId xmlns:a16="http://schemas.microsoft.com/office/drawing/2014/main" id="{6FCEE452-AE0E-4E0E-BCBF-1ABB114B42D7}"/>
              </a:ext>
            </a:extLst>
          </p:cNvPr>
          <p:cNvSpPr>
            <a:spLocks xmlns:a="http://schemas.openxmlformats.org/drawingml/2006/main" noGrp="1"/>
          </p:cNvSpPr>
          <p:nvPr/>
        </p:nvSpPr>
        <p:spPr>
          <a:xfrm xmlns:a="http://schemas.openxmlformats.org/drawingml/2006/main">
            <a:off x="1028700" y="41624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E3A5F"/>
                </a:solidFill>
                <a:latin typeface="Noto Sans CJK JP"/>
                <a:ea typeface="Noto Sans CJK JP"/>
                <a:cs typeface="Noto Sans CJK JP"/>
              </a:defRPr>
            </a:pPr>
            <a:r>
              <a:rPr sz="1050" b="1">
                <a:solidFill>
                  <a:srgbClr val="1E3A5F"/>
                </a:solidFill>
                <a:latin typeface="Noto Sans CJK JP"/>
                <a:ea typeface="Noto Sans CJK JP"/>
                <a:cs typeface="Noto Sans CJK JP"/>
              </a:rPr>
              <a:t>利用者C</a:t>
            </a:r>
          </a:p>
        </p:txBody>
      </p:sp>
      <p:sp>
        <p:nvSpPr>
          <p:cNvPr id="50" name="pill">
            <a:extLst xmlns:a="http://schemas.openxmlformats.org/drawingml/2006/main">
              <a:ext uri="{FF2B5EF4-FFF2-40B4-BE49-F238E27FC236}">
                <a16:creationId xmlns:a16="http://schemas.microsoft.com/office/drawing/2014/main" id="{0ECA4AA2-6E2C-4659-ABB9-D6F188694D2C}"/>
              </a:ext>
            </a:extLst>
          </p:cNvPr>
          <p:cNvSpPr>
            <a:spLocks xmlns:a="http://schemas.openxmlformats.org/drawingml/2006/main" noGrp="1"/>
          </p:cNvSpPr>
          <p:nvPr/>
        </p:nvSpPr>
        <p:spPr>
          <a:xfrm xmlns:a="http://schemas.openxmlformats.org/drawingml/2006/main">
            <a:off x="2286000" y="4133850"/>
            <a:ext cx="628650" cy="323850"/>
          </a:xfrm>
          <a:prstGeom xmlns:a="http://schemas.openxmlformats.org/drawingml/2006/main" prst="roundRect">
            <a:avLst>
              <a:gd name="adj" fmla="val 23529"/>
            </a:avLst>
          </a:prstGeom>
          <a:solidFill xmlns:a="http://schemas.openxmlformats.org/drawingml/2006/main">
            <a:srgbClr val="17375E"/>
          </a:solidFill>
          <a:ln xmlns:a="http://schemas.openxmlformats.org/drawingml/2006/main" w="9525">
            <a:solidFill>
              <a:srgbClr val="17375E"/>
            </a:solidFill>
            <a:prstDash val="solid"/>
          </a:ln>
        </p:spPr>
      </p:sp>
      <p:sp>
        <p:nvSpPr>
          <p:cNvPr id="51" name="pill-text">
            <a:extLst xmlns:a="http://schemas.openxmlformats.org/drawingml/2006/main">
              <a:ext uri="{FF2B5EF4-FFF2-40B4-BE49-F238E27FC236}">
                <a16:creationId xmlns:a16="http://schemas.microsoft.com/office/drawing/2014/main" id="{D808920D-0AA2-4053-8C95-19721DC61582}"/>
              </a:ext>
            </a:extLst>
          </p:cNvPr>
          <p:cNvSpPr>
            <a:spLocks xmlns:a="http://schemas.openxmlformats.org/drawingml/2006/main" noGrp="1"/>
          </p:cNvSpPr>
          <p:nvPr/>
        </p:nvSpPr>
        <p:spPr>
          <a:xfrm xmlns:a="http://schemas.openxmlformats.org/drawingml/2006/main">
            <a:off x="2381250" y="41910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4/05</a:t>
            </a:r>
          </a:p>
        </p:txBody>
      </p:sp>
      <p:sp>
        <p:nvSpPr>
          <p:cNvPr id="52" name="service">
            <a:extLst xmlns:a="http://schemas.openxmlformats.org/drawingml/2006/main">
              <a:ext uri="{FF2B5EF4-FFF2-40B4-BE49-F238E27FC236}">
                <a16:creationId xmlns:a16="http://schemas.microsoft.com/office/drawing/2014/main" id="{B7C5AA5B-E254-4BC9-816E-8BE73C34C6A2}"/>
              </a:ext>
            </a:extLst>
          </p:cNvPr>
          <p:cNvSpPr>
            <a:spLocks xmlns:a="http://schemas.openxmlformats.org/drawingml/2006/main" noGrp="1"/>
          </p:cNvSpPr>
          <p:nvPr/>
        </p:nvSpPr>
        <p:spPr>
          <a:xfrm xmlns:a="http://schemas.openxmlformats.org/drawingml/2006/main">
            <a:off x="2952750" y="4133850"/>
            <a:ext cx="857250" cy="323850"/>
          </a:xfrm>
          <a:prstGeom xmlns:a="http://schemas.openxmlformats.org/drawingml/2006/main" prst="roundRect">
            <a:avLst>
              <a:gd name="adj" fmla="val 17647"/>
            </a:avLst>
          </a:prstGeom>
          <a:solidFill xmlns:a="http://schemas.openxmlformats.org/drawingml/2006/main">
            <a:srgbClr val="EAF1F8"/>
          </a:solidFill>
          <a:ln xmlns:a="http://schemas.openxmlformats.org/drawingml/2006/main" w="9525">
            <a:solidFill>
              <a:srgbClr val="D2DEEA"/>
            </a:solidFill>
            <a:prstDash val="solid"/>
          </a:ln>
        </p:spPr>
      </p:sp>
      <p:sp>
        <p:nvSpPr>
          <p:cNvPr id="53" name="service-text">
            <a:extLst xmlns:a="http://schemas.openxmlformats.org/drawingml/2006/main">
              <a:ext uri="{FF2B5EF4-FFF2-40B4-BE49-F238E27FC236}">
                <a16:creationId xmlns:a16="http://schemas.microsoft.com/office/drawing/2014/main" id="{87B79C6D-9C2E-4429-B01F-8EF5646576E1}"/>
              </a:ext>
            </a:extLst>
          </p:cNvPr>
          <p:cNvSpPr>
            <a:spLocks xmlns:a="http://schemas.openxmlformats.org/drawingml/2006/main" noGrp="1"/>
          </p:cNvSpPr>
          <p:nvPr/>
        </p:nvSpPr>
        <p:spPr>
          <a:xfrm xmlns:a="http://schemas.openxmlformats.org/drawingml/2006/main">
            <a:off x="3028950" y="420052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B2A3A"/>
                </a:solidFill>
                <a:latin typeface="Noto Sans CJK JP"/>
                <a:ea typeface="Noto Sans CJK JP"/>
                <a:cs typeface="Noto Sans CJK JP"/>
              </a:defRPr>
            </a:pPr>
            <a:r>
              <a:rPr sz="900" b="1">
                <a:solidFill>
                  <a:srgbClr val="1B2A3A"/>
                </a:solidFill>
                <a:latin typeface="Noto Sans CJK JP"/>
                <a:ea typeface="Noto Sans CJK JP"/>
                <a:cs typeface="Noto Sans CJK JP"/>
              </a:rPr>
              <a:t>ショート</a:t>
            </a:r>
          </a:p>
        </p:txBody>
      </p:sp>
      <p:sp>
        <p:nvSpPr>
          <p:cNvPr id="54" name="small-arrow">
            <a:extLst xmlns:a="http://schemas.openxmlformats.org/drawingml/2006/main">
              <a:ext uri="{FF2B5EF4-FFF2-40B4-BE49-F238E27FC236}">
                <a16:creationId xmlns:a16="http://schemas.microsoft.com/office/drawing/2014/main" id="{1B25183D-3CC7-47F8-9694-5FA756475A03}"/>
              </a:ext>
            </a:extLst>
          </p:cNvPr>
          <p:cNvSpPr>
            <a:spLocks xmlns:a="http://schemas.openxmlformats.org/drawingml/2006/main" noGrp="1"/>
          </p:cNvSpPr>
          <p:nvPr/>
        </p:nvSpPr>
        <p:spPr>
          <a:xfrm xmlns:a="http://schemas.openxmlformats.org/drawingml/2006/main">
            <a:off x="3562350" y="41624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C78B8"/>
                </a:solidFill>
                <a:latin typeface="Noto Sans CJK JP"/>
                <a:ea typeface="Noto Sans CJK JP"/>
                <a:cs typeface="Noto Sans CJK JP"/>
              </a:defRPr>
            </a:pPr>
            <a:r>
              <a:rPr sz="1350" b="1">
                <a:solidFill>
                  <a:srgbClr val="2C78B8"/>
                </a:solidFill>
                <a:latin typeface="Noto Sans CJK JP"/>
                <a:ea typeface="Noto Sans CJK JP"/>
                <a:cs typeface="Noto Sans CJK JP"/>
              </a:rPr>
              <a:t>→</a:t>
            </a:r>
          </a:p>
        </p:txBody>
      </p:sp>
      <p:sp>
        <p:nvSpPr>
          <p:cNvPr id="55" name="pill">
            <a:extLst xmlns:a="http://schemas.openxmlformats.org/drawingml/2006/main">
              <a:ext uri="{FF2B5EF4-FFF2-40B4-BE49-F238E27FC236}">
                <a16:creationId xmlns:a16="http://schemas.microsoft.com/office/drawing/2014/main" id="{80D3948F-D187-4848-9B98-3517EFADA383}"/>
              </a:ext>
            </a:extLst>
          </p:cNvPr>
          <p:cNvSpPr>
            <a:spLocks xmlns:a="http://schemas.openxmlformats.org/drawingml/2006/main" noGrp="1"/>
          </p:cNvSpPr>
          <p:nvPr/>
        </p:nvSpPr>
        <p:spPr>
          <a:xfrm xmlns:a="http://schemas.openxmlformats.org/drawingml/2006/main">
            <a:off x="4076700" y="4133850"/>
            <a:ext cx="628650" cy="323850"/>
          </a:xfrm>
          <a:prstGeom xmlns:a="http://schemas.openxmlformats.org/drawingml/2006/main" prst="roundRect">
            <a:avLst>
              <a:gd name="adj" fmla="val 23529"/>
            </a:avLst>
          </a:prstGeom>
          <a:solidFill xmlns:a="http://schemas.openxmlformats.org/drawingml/2006/main">
            <a:srgbClr val="17375E"/>
          </a:solidFill>
          <a:ln xmlns:a="http://schemas.openxmlformats.org/drawingml/2006/main" w="9525">
            <a:solidFill>
              <a:srgbClr val="17375E"/>
            </a:solidFill>
            <a:prstDash val="solid"/>
          </a:ln>
        </p:spPr>
      </p:sp>
      <p:sp>
        <p:nvSpPr>
          <p:cNvPr id="56" name="pill-text">
            <a:extLst xmlns:a="http://schemas.openxmlformats.org/drawingml/2006/main">
              <a:ext uri="{FF2B5EF4-FFF2-40B4-BE49-F238E27FC236}">
                <a16:creationId xmlns:a16="http://schemas.microsoft.com/office/drawing/2014/main" id="{26EE038B-78E0-4EA9-9498-F7BF7DE1563E}"/>
              </a:ext>
            </a:extLst>
          </p:cNvPr>
          <p:cNvSpPr>
            <a:spLocks xmlns:a="http://schemas.openxmlformats.org/drawingml/2006/main" noGrp="1"/>
          </p:cNvSpPr>
          <p:nvPr/>
        </p:nvSpPr>
        <p:spPr>
          <a:xfrm xmlns:a="http://schemas.openxmlformats.org/drawingml/2006/main">
            <a:off x="4171950" y="41910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4/20</a:t>
            </a:r>
          </a:p>
        </p:txBody>
      </p:sp>
      <p:sp>
        <p:nvSpPr>
          <p:cNvPr id="57" name="service">
            <a:extLst xmlns:a="http://schemas.openxmlformats.org/drawingml/2006/main">
              <a:ext uri="{FF2B5EF4-FFF2-40B4-BE49-F238E27FC236}">
                <a16:creationId xmlns:a16="http://schemas.microsoft.com/office/drawing/2014/main" id="{264640E5-45F8-4B66-8A64-6C0B6971C573}"/>
              </a:ext>
            </a:extLst>
          </p:cNvPr>
          <p:cNvSpPr>
            <a:spLocks xmlns:a="http://schemas.openxmlformats.org/drawingml/2006/main" noGrp="1"/>
          </p:cNvSpPr>
          <p:nvPr/>
        </p:nvSpPr>
        <p:spPr>
          <a:xfrm xmlns:a="http://schemas.openxmlformats.org/drawingml/2006/main">
            <a:off x="4743450" y="4133850"/>
            <a:ext cx="857250" cy="323850"/>
          </a:xfrm>
          <a:prstGeom xmlns:a="http://schemas.openxmlformats.org/drawingml/2006/main" prst="roundRect">
            <a:avLst>
              <a:gd name="adj" fmla="val 17647"/>
            </a:avLst>
          </a:prstGeom>
          <a:solidFill xmlns:a="http://schemas.openxmlformats.org/drawingml/2006/main">
            <a:srgbClr val="EAF1F8"/>
          </a:solidFill>
          <a:ln xmlns:a="http://schemas.openxmlformats.org/drawingml/2006/main" w="9525">
            <a:solidFill>
              <a:srgbClr val="D2DEEA"/>
            </a:solidFill>
            <a:prstDash val="solid"/>
          </a:ln>
        </p:spPr>
      </p:sp>
      <p:sp>
        <p:nvSpPr>
          <p:cNvPr id="58" name="service-text">
            <a:extLst xmlns:a="http://schemas.openxmlformats.org/drawingml/2006/main">
              <a:ext uri="{FF2B5EF4-FFF2-40B4-BE49-F238E27FC236}">
                <a16:creationId xmlns:a16="http://schemas.microsoft.com/office/drawing/2014/main" id="{094F4414-6E1C-4780-901D-0B4EED16D39A}"/>
              </a:ext>
            </a:extLst>
          </p:cNvPr>
          <p:cNvSpPr>
            <a:spLocks xmlns:a="http://schemas.openxmlformats.org/drawingml/2006/main" noGrp="1"/>
          </p:cNvSpPr>
          <p:nvPr/>
        </p:nvSpPr>
        <p:spPr>
          <a:xfrm xmlns:a="http://schemas.openxmlformats.org/drawingml/2006/main">
            <a:off x="4819650" y="420052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B2A3A"/>
                </a:solidFill>
                <a:latin typeface="Noto Sans CJK JP"/>
                <a:ea typeface="Noto Sans CJK JP"/>
                <a:cs typeface="Noto Sans CJK JP"/>
              </a:defRPr>
            </a:pPr>
            <a:r>
              <a:rPr sz="900" b="1">
                <a:solidFill>
                  <a:srgbClr val="1B2A3A"/>
                </a:solidFill>
                <a:latin typeface="Noto Sans CJK JP"/>
                <a:ea typeface="Noto Sans CJK JP"/>
                <a:cs typeface="Noto Sans CJK JP"/>
              </a:rPr>
              <a:t>長期利用</a:t>
            </a:r>
          </a:p>
        </p:txBody>
      </p:sp>
      <p:sp>
        <p:nvSpPr>
          <p:cNvPr id="59" name="small-arrow">
            <a:extLst xmlns:a="http://schemas.openxmlformats.org/drawingml/2006/main">
              <a:ext uri="{FF2B5EF4-FFF2-40B4-BE49-F238E27FC236}">
                <a16:creationId xmlns:a16="http://schemas.microsoft.com/office/drawing/2014/main" id="{E5B3BF17-3B82-46B9-B9C2-AFDFD9645396}"/>
              </a:ext>
            </a:extLst>
          </p:cNvPr>
          <p:cNvSpPr>
            <a:spLocks xmlns:a="http://schemas.openxmlformats.org/drawingml/2006/main" noGrp="1"/>
          </p:cNvSpPr>
          <p:nvPr/>
        </p:nvSpPr>
        <p:spPr>
          <a:xfrm xmlns:a="http://schemas.openxmlformats.org/drawingml/2006/main">
            <a:off x="5353050" y="41624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C78B8"/>
                </a:solidFill>
                <a:latin typeface="Noto Sans CJK JP"/>
                <a:ea typeface="Noto Sans CJK JP"/>
                <a:cs typeface="Noto Sans CJK JP"/>
              </a:defRPr>
            </a:pPr>
            <a:r>
              <a:rPr sz="1350" b="1">
                <a:solidFill>
                  <a:srgbClr val="2C78B8"/>
                </a:solidFill>
                <a:latin typeface="Noto Sans CJK JP"/>
                <a:ea typeface="Noto Sans CJK JP"/>
                <a:cs typeface="Noto Sans CJK JP"/>
              </a:rPr>
              <a:t>→</a:t>
            </a:r>
          </a:p>
        </p:txBody>
      </p:sp>
      <p:sp>
        <p:nvSpPr>
          <p:cNvPr id="60" name="pill">
            <a:extLst xmlns:a="http://schemas.openxmlformats.org/drawingml/2006/main">
              <a:ext uri="{FF2B5EF4-FFF2-40B4-BE49-F238E27FC236}">
                <a16:creationId xmlns:a16="http://schemas.microsoft.com/office/drawing/2014/main" id="{3381AAC9-1DAC-474A-8DD3-640B2C67339B}"/>
              </a:ext>
            </a:extLst>
          </p:cNvPr>
          <p:cNvSpPr>
            <a:spLocks xmlns:a="http://schemas.openxmlformats.org/drawingml/2006/main" noGrp="1"/>
          </p:cNvSpPr>
          <p:nvPr/>
        </p:nvSpPr>
        <p:spPr>
          <a:xfrm xmlns:a="http://schemas.openxmlformats.org/drawingml/2006/main">
            <a:off x="5867400" y="4133850"/>
            <a:ext cx="628650" cy="323850"/>
          </a:xfrm>
          <a:prstGeom xmlns:a="http://schemas.openxmlformats.org/drawingml/2006/main" prst="roundRect">
            <a:avLst>
              <a:gd name="adj" fmla="val 23529"/>
            </a:avLst>
          </a:prstGeom>
          <a:solidFill xmlns:a="http://schemas.openxmlformats.org/drawingml/2006/main">
            <a:srgbClr val="17375E"/>
          </a:solidFill>
          <a:ln xmlns:a="http://schemas.openxmlformats.org/drawingml/2006/main" w="9525">
            <a:solidFill>
              <a:srgbClr val="17375E"/>
            </a:solidFill>
            <a:prstDash val="solid"/>
          </a:ln>
        </p:spPr>
      </p:sp>
      <p:sp>
        <p:nvSpPr>
          <p:cNvPr id="61" name="pill-text">
            <a:extLst xmlns:a="http://schemas.openxmlformats.org/drawingml/2006/main">
              <a:ext uri="{FF2B5EF4-FFF2-40B4-BE49-F238E27FC236}">
                <a16:creationId xmlns:a16="http://schemas.microsoft.com/office/drawing/2014/main" id="{2A969A8C-D734-4C42-98C9-2FBBBB2D039D}"/>
              </a:ext>
            </a:extLst>
          </p:cNvPr>
          <p:cNvSpPr>
            <a:spLocks xmlns:a="http://schemas.openxmlformats.org/drawingml/2006/main" noGrp="1"/>
          </p:cNvSpPr>
          <p:nvPr/>
        </p:nvSpPr>
        <p:spPr>
          <a:xfrm xmlns:a="http://schemas.openxmlformats.org/drawingml/2006/main">
            <a:off x="5962650" y="419100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5月</a:t>
            </a:r>
          </a:p>
        </p:txBody>
      </p:sp>
      <p:sp>
        <p:nvSpPr>
          <p:cNvPr id="62" name="service">
            <a:extLst xmlns:a="http://schemas.openxmlformats.org/drawingml/2006/main">
              <a:ext uri="{FF2B5EF4-FFF2-40B4-BE49-F238E27FC236}">
                <a16:creationId xmlns:a16="http://schemas.microsoft.com/office/drawing/2014/main" id="{B9CDD474-1879-4A43-AE15-72C9B900935E}"/>
              </a:ext>
            </a:extLst>
          </p:cNvPr>
          <p:cNvSpPr>
            <a:spLocks xmlns:a="http://schemas.openxmlformats.org/drawingml/2006/main" noGrp="1"/>
          </p:cNvSpPr>
          <p:nvPr/>
        </p:nvSpPr>
        <p:spPr>
          <a:xfrm xmlns:a="http://schemas.openxmlformats.org/drawingml/2006/main">
            <a:off x="6534150" y="4133850"/>
            <a:ext cx="857250" cy="323850"/>
          </a:xfrm>
          <a:prstGeom xmlns:a="http://schemas.openxmlformats.org/drawingml/2006/main" prst="roundRect">
            <a:avLst>
              <a:gd name="adj" fmla="val 17647"/>
            </a:avLst>
          </a:prstGeom>
          <a:solidFill xmlns:a="http://schemas.openxmlformats.org/drawingml/2006/main">
            <a:srgbClr val="EAF1F8"/>
          </a:solidFill>
          <a:ln xmlns:a="http://schemas.openxmlformats.org/drawingml/2006/main" w="9525">
            <a:solidFill>
              <a:srgbClr val="D2DEEA"/>
            </a:solidFill>
            <a:prstDash val="solid"/>
          </a:ln>
        </p:spPr>
      </p:sp>
      <p:sp>
        <p:nvSpPr>
          <p:cNvPr id="63" name="service-text">
            <a:extLst xmlns:a="http://schemas.openxmlformats.org/drawingml/2006/main">
              <a:ext uri="{FF2B5EF4-FFF2-40B4-BE49-F238E27FC236}">
                <a16:creationId xmlns:a16="http://schemas.microsoft.com/office/drawing/2014/main" id="{A1935869-90C5-4436-B272-4989F3D181B5}"/>
              </a:ext>
            </a:extLst>
          </p:cNvPr>
          <p:cNvSpPr>
            <a:spLocks xmlns:a="http://schemas.openxmlformats.org/drawingml/2006/main" noGrp="1"/>
          </p:cNvSpPr>
          <p:nvPr/>
        </p:nvSpPr>
        <p:spPr>
          <a:xfrm xmlns:a="http://schemas.openxmlformats.org/drawingml/2006/main">
            <a:off x="6610350" y="420052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B2A3A"/>
                </a:solidFill>
                <a:latin typeface="Noto Sans CJK JP"/>
                <a:ea typeface="Noto Sans CJK JP"/>
                <a:cs typeface="Noto Sans CJK JP"/>
              </a:defRPr>
            </a:pPr>
            <a:r>
              <a:rPr sz="900" b="1">
                <a:solidFill>
                  <a:srgbClr val="1B2A3A"/>
                </a:solidFill>
                <a:latin typeface="Noto Sans CJK JP"/>
                <a:ea typeface="Noto Sans CJK JP"/>
                <a:cs typeface="Noto Sans CJK JP"/>
              </a:rPr>
              <a:t>未転換</a:t>
            </a:r>
          </a:p>
        </p:txBody>
      </p:sp>
      <p:sp>
        <p:nvSpPr>
          <p:cNvPr id="64" name="insight">
            <a:extLst xmlns:a="http://schemas.openxmlformats.org/drawingml/2006/main">
              <a:ext uri="{FF2B5EF4-FFF2-40B4-BE49-F238E27FC236}">
                <a16:creationId xmlns:a16="http://schemas.microsoft.com/office/drawing/2014/main" id="{1EEA7A71-782A-45BB-B406-7510341CA4DB}"/>
              </a:ext>
            </a:extLst>
          </p:cNvPr>
          <p:cNvSpPr>
            <a:spLocks xmlns:a="http://schemas.openxmlformats.org/drawingml/2006/main" noGrp="1"/>
          </p:cNvSpPr>
          <p:nvPr/>
        </p:nvSpPr>
        <p:spPr>
          <a:xfrm xmlns:a="http://schemas.openxmlformats.org/drawingml/2006/main">
            <a:off x="7715250" y="4086225"/>
            <a:ext cx="3333750" cy="3810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9525">
            <a:solidFill>
              <a:srgbClr val="D2DEEA"/>
            </a:solidFill>
            <a:prstDash val="solid"/>
          </a:ln>
        </p:spPr>
      </p:sp>
      <p:sp>
        <p:nvSpPr>
          <p:cNvPr id="65" name="insight-text">
            <a:extLst xmlns:a="http://schemas.openxmlformats.org/drawingml/2006/main">
              <a:ext uri="{FF2B5EF4-FFF2-40B4-BE49-F238E27FC236}">
                <a16:creationId xmlns:a16="http://schemas.microsoft.com/office/drawing/2014/main" id="{A7671339-0D74-4D5C-AA02-8F8F2C74A79B}"/>
              </a:ext>
            </a:extLst>
          </p:cNvPr>
          <p:cNvSpPr>
            <a:spLocks xmlns:a="http://schemas.openxmlformats.org/drawingml/2006/main" noGrp="1"/>
          </p:cNvSpPr>
          <p:nvPr/>
        </p:nvSpPr>
        <p:spPr>
          <a:xfrm xmlns:a="http://schemas.openxmlformats.org/drawingml/2006/main">
            <a:off x="7886700" y="4171950"/>
            <a:ext cx="2990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B2A3A"/>
                </a:solidFill>
                <a:latin typeface="Noto Sans CJK JP"/>
                <a:ea typeface="Noto Sans CJK JP"/>
                <a:cs typeface="Noto Sans CJK JP"/>
              </a:defRPr>
            </a:pPr>
            <a:r>
              <a:rPr sz="975" b="1">
                <a:solidFill>
                  <a:srgbClr val="1B2A3A"/>
                </a:solidFill>
                <a:latin typeface="Noto Sans CJK JP"/>
                <a:ea typeface="Noto Sans CJK JP"/>
                <a:cs typeface="Noto Sans CJK JP"/>
              </a:rPr>
              <a:t>定期化・相談の候補</a:t>
            </a:r>
          </a:p>
        </p:txBody>
      </p:sp>
      <p:sp>
        <p:nvSpPr>
          <p:cNvPr id="66" name="timeline-row">
            <a:extLst xmlns:a="http://schemas.openxmlformats.org/drawingml/2006/main">
              <a:ext uri="{FF2B5EF4-FFF2-40B4-BE49-F238E27FC236}">
                <a16:creationId xmlns:a16="http://schemas.microsoft.com/office/drawing/2014/main" id="{377DD30E-7C6E-4286-B8D9-4CF4C9DF8D8C}"/>
              </a:ext>
            </a:extLst>
          </p:cNvPr>
          <p:cNvSpPr>
            <a:spLocks xmlns:a="http://schemas.openxmlformats.org/drawingml/2006/main" noGrp="1"/>
          </p:cNvSpPr>
          <p:nvPr/>
        </p:nvSpPr>
        <p:spPr>
          <a:xfrm xmlns:a="http://schemas.openxmlformats.org/drawingml/2006/main">
            <a:off x="819150" y="4686300"/>
            <a:ext cx="10553700" cy="514350"/>
          </a:xfrm>
          <a:prstGeom xmlns:a="http://schemas.openxmlformats.org/drawingml/2006/main" prst="roundRect">
            <a:avLst>
              <a:gd name="adj" fmla="val 14815"/>
            </a:avLst>
          </a:prstGeom>
          <a:solidFill xmlns:a="http://schemas.openxmlformats.org/drawingml/2006/main">
            <a:srgbClr val="F8FBFE"/>
          </a:solidFill>
          <a:ln xmlns:a="http://schemas.openxmlformats.org/drawingml/2006/main" w="9525">
            <a:solidFill>
              <a:srgbClr val="D2DEEA"/>
            </a:solidFill>
            <a:prstDash val="solid"/>
          </a:ln>
        </p:spPr>
      </p:sp>
      <p:sp>
        <p:nvSpPr>
          <p:cNvPr id="67" name="user">
            <a:extLst xmlns:a="http://schemas.openxmlformats.org/drawingml/2006/main">
              <a:ext uri="{FF2B5EF4-FFF2-40B4-BE49-F238E27FC236}">
                <a16:creationId xmlns:a16="http://schemas.microsoft.com/office/drawing/2014/main" id="{D4CCE4FB-AA43-4B26-8499-5AE45AEB0FC6}"/>
              </a:ext>
            </a:extLst>
          </p:cNvPr>
          <p:cNvSpPr>
            <a:spLocks xmlns:a="http://schemas.openxmlformats.org/drawingml/2006/main" noGrp="1"/>
          </p:cNvSpPr>
          <p:nvPr/>
        </p:nvSpPr>
        <p:spPr>
          <a:xfrm xmlns:a="http://schemas.openxmlformats.org/drawingml/2006/main">
            <a:off x="1028700" y="48291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E3A5F"/>
                </a:solidFill>
                <a:latin typeface="Noto Sans CJK JP"/>
                <a:ea typeface="Noto Sans CJK JP"/>
                <a:cs typeface="Noto Sans CJK JP"/>
              </a:defRPr>
            </a:pPr>
            <a:r>
              <a:rPr sz="1050" b="1">
                <a:solidFill>
                  <a:srgbClr val="1E3A5F"/>
                </a:solidFill>
                <a:latin typeface="Noto Sans CJK JP"/>
                <a:ea typeface="Noto Sans CJK JP"/>
                <a:cs typeface="Noto Sans CJK JP"/>
              </a:rPr>
              <a:t>利用者D</a:t>
            </a:r>
          </a:p>
        </p:txBody>
      </p:sp>
      <p:sp>
        <p:nvSpPr>
          <p:cNvPr id="68" name="pill">
            <a:extLst xmlns:a="http://schemas.openxmlformats.org/drawingml/2006/main">
              <a:ext uri="{FF2B5EF4-FFF2-40B4-BE49-F238E27FC236}">
                <a16:creationId xmlns:a16="http://schemas.microsoft.com/office/drawing/2014/main" id="{0AC9E550-D12E-4ECD-BA1E-A0AADB933E9A}"/>
              </a:ext>
            </a:extLst>
          </p:cNvPr>
          <p:cNvSpPr>
            <a:spLocks xmlns:a="http://schemas.openxmlformats.org/drawingml/2006/main" noGrp="1"/>
          </p:cNvSpPr>
          <p:nvPr/>
        </p:nvSpPr>
        <p:spPr>
          <a:xfrm xmlns:a="http://schemas.openxmlformats.org/drawingml/2006/main">
            <a:off x="2286000" y="4800600"/>
            <a:ext cx="628650" cy="323850"/>
          </a:xfrm>
          <a:prstGeom xmlns:a="http://schemas.openxmlformats.org/drawingml/2006/main" prst="roundRect">
            <a:avLst>
              <a:gd name="adj" fmla="val 23529"/>
            </a:avLst>
          </a:prstGeom>
          <a:solidFill xmlns:a="http://schemas.openxmlformats.org/drawingml/2006/main">
            <a:srgbClr val="17375E"/>
          </a:solidFill>
          <a:ln xmlns:a="http://schemas.openxmlformats.org/drawingml/2006/main" w="9525">
            <a:solidFill>
              <a:srgbClr val="17375E"/>
            </a:solidFill>
            <a:prstDash val="solid"/>
          </a:ln>
        </p:spPr>
      </p:sp>
      <p:sp>
        <p:nvSpPr>
          <p:cNvPr id="69" name="pill-text">
            <a:extLst xmlns:a="http://schemas.openxmlformats.org/drawingml/2006/main">
              <a:ext uri="{FF2B5EF4-FFF2-40B4-BE49-F238E27FC236}">
                <a16:creationId xmlns:a16="http://schemas.microsoft.com/office/drawing/2014/main" id="{C783E2EB-F6FD-49F5-BF70-5E2D7046EFC2}"/>
              </a:ext>
            </a:extLst>
          </p:cNvPr>
          <p:cNvSpPr>
            <a:spLocks xmlns:a="http://schemas.openxmlformats.org/drawingml/2006/main" noGrp="1"/>
          </p:cNvSpPr>
          <p:nvPr/>
        </p:nvSpPr>
        <p:spPr>
          <a:xfrm xmlns:a="http://schemas.openxmlformats.org/drawingml/2006/main">
            <a:off x="2381250" y="48577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5/10</a:t>
            </a:r>
          </a:p>
        </p:txBody>
      </p:sp>
      <p:sp>
        <p:nvSpPr>
          <p:cNvPr id="70" name="service">
            <a:extLst xmlns:a="http://schemas.openxmlformats.org/drawingml/2006/main">
              <a:ext uri="{FF2B5EF4-FFF2-40B4-BE49-F238E27FC236}">
                <a16:creationId xmlns:a16="http://schemas.microsoft.com/office/drawing/2014/main" id="{9B33F845-5F49-4E2F-84CE-A468125C4A51}"/>
              </a:ext>
            </a:extLst>
          </p:cNvPr>
          <p:cNvSpPr>
            <a:spLocks xmlns:a="http://schemas.openxmlformats.org/drawingml/2006/main" noGrp="1"/>
          </p:cNvSpPr>
          <p:nvPr/>
        </p:nvSpPr>
        <p:spPr>
          <a:xfrm xmlns:a="http://schemas.openxmlformats.org/drawingml/2006/main">
            <a:off x="2952750" y="4800600"/>
            <a:ext cx="857250" cy="323850"/>
          </a:xfrm>
          <a:prstGeom xmlns:a="http://schemas.openxmlformats.org/drawingml/2006/main" prst="roundRect">
            <a:avLst>
              <a:gd name="adj" fmla="val 17647"/>
            </a:avLst>
          </a:prstGeom>
          <a:solidFill xmlns:a="http://schemas.openxmlformats.org/drawingml/2006/main">
            <a:srgbClr val="EAF1F8"/>
          </a:solidFill>
          <a:ln xmlns:a="http://schemas.openxmlformats.org/drawingml/2006/main" w="9525">
            <a:solidFill>
              <a:srgbClr val="D2DEEA"/>
            </a:solidFill>
            <a:prstDash val="solid"/>
          </a:ln>
        </p:spPr>
      </p:sp>
      <p:sp>
        <p:nvSpPr>
          <p:cNvPr id="71" name="service-text">
            <a:extLst xmlns:a="http://schemas.openxmlformats.org/drawingml/2006/main">
              <a:ext uri="{FF2B5EF4-FFF2-40B4-BE49-F238E27FC236}">
                <a16:creationId xmlns:a16="http://schemas.microsoft.com/office/drawing/2014/main" id="{A0F1828F-DF57-4328-A5C7-850D17CF4493}"/>
              </a:ext>
            </a:extLst>
          </p:cNvPr>
          <p:cNvSpPr>
            <a:spLocks xmlns:a="http://schemas.openxmlformats.org/drawingml/2006/main" noGrp="1"/>
          </p:cNvSpPr>
          <p:nvPr/>
        </p:nvSpPr>
        <p:spPr>
          <a:xfrm xmlns:a="http://schemas.openxmlformats.org/drawingml/2006/main">
            <a:off x="3028950" y="486727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B2A3A"/>
                </a:solidFill>
                <a:latin typeface="Noto Sans CJK JP"/>
                <a:ea typeface="Noto Sans CJK JP"/>
                <a:cs typeface="Noto Sans CJK JP"/>
              </a:defRPr>
            </a:pPr>
            <a:r>
              <a:rPr sz="900" b="1">
                <a:solidFill>
                  <a:srgbClr val="1B2A3A"/>
                </a:solidFill>
                <a:latin typeface="Noto Sans CJK JP"/>
                <a:ea typeface="Noto Sans CJK JP"/>
                <a:cs typeface="Noto Sans CJK JP"/>
              </a:rPr>
              <a:t>ショート</a:t>
            </a:r>
          </a:p>
        </p:txBody>
      </p:sp>
      <p:sp>
        <p:nvSpPr>
          <p:cNvPr id="72" name="small-arrow">
            <a:extLst xmlns:a="http://schemas.openxmlformats.org/drawingml/2006/main">
              <a:ext uri="{FF2B5EF4-FFF2-40B4-BE49-F238E27FC236}">
                <a16:creationId xmlns:a16="http://schemas.microsoft.com/office/drawing/2014/main" id="{C5C7B7E5-02CE-4C62-B664-02FFD7DF12C2}"/>
              </a:ext>
            </a:extLst>
          </p:cNvPr>
          <p:cNvSpPr>
            <a:spLocks xmlns:a="http://schemas.openxmlformats.org/drawingml/2006/main" noGrp="1"/>
          </p:cNvSpPr>
          <p:nvPr/>
        </p:nvSpPr>
        <p:spPr>
          <a:xfrm xmlns:a="http://schemas.openxmlformats.org/drawingml/2006/main">
            <a:off x="3562350" y="48291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C78B8"/>
                </a:solidFill>
                <a:latin typeface="Noto Sans CJK JP"/>
                <a:ea typeface="Noto Sans CJK JP"/>
                <a:cs typeface="Noto Sans CJK JP"/>
              </a:defRPr>
            </a:pPr>
            <a:r>
              <a:rPr sz="1350" b="1">
                <a:solidFill>
                  <a:srgbClr val="2C78B8"/>
                </a:solidFill>
                <a:latin typeface="Noto Sans CJK JP"/>
                <a:ea typeface="Noto Sans CJK JP"/>
                <a:cs typeface="Noto Sans CJK JP"/>
              </a:rPr>
              <a:t>→</a:t>
            </a:r>
          </a:p>
        </p:txBody>
      </p:sp>
      <p:sp>
        <p:nvSpPr>
          <p:cNvPr id="73" name="pill">
            <a:extLst xmlns:a="http://schemas.openxmlformats.org/drawingml/2006/main">
              <a:ext uri="{FF2B5EF4-FFF2-40B4-BE49-F238E27FC236}">
                <a16:creationId xmlns:a16="http://schemas.microsoft.com/office/drawing/2014/main" id="{E339C31D-0E35-4F2F-B3CE-6986E42E5B5A}"/>
              </a:ext>
            </a:extLst>
          </p:cNvPr>
          <p:cNvSpPr>
            <a:spLocks xmlns:a="http://schemas.openxmlformats.org/drawingml/2006/main" noGrp="1"/>
          </p:cNvSpPr>
          <p:nvPr/>
        </p:nvSpPr>
        <p:spPr>
          <a:xfrm xmlns:a="http://schemas.openxmlformats.org/drawingml/2006/main">
            <a:off x="4076700" y="4800600"/>
            <a:ext cx="628650" cy="323850"/>
          </a:xfrm>
          <a:prstGeom xmlns:a="http://schemas.openxmlformats.org/drawingml/2006/main" prst="roundRect">
            <a:avLst>
              <a:gd name="adj" fmla="val 23529"/>
            </a:avLst>
          </a:prstGeom>
          <a:solidFill xmlns:a="http://schemas.openxmlformats.org/drawingml/2006/main">
            <a:srgbClr val="17375E"/>
          </a:solidFill>
          <a:ln xmlns:a="http://schemas.openxmlformats.org/drawingml/2006/main" w="9525">
            <a:solidFill>
              <a:srgbClr val="17375E"/>
            </a:solidFill>
            <a:prstDash val="solid"/>
          </a:ln>
        </p:spPr>
      </p:sp>
      <p:sp>
        <p:nvSpPr>
          <p:cNvPr id="74" name="pill-text">
            <a:extLst xmlns:a="http://schemas.openxmlformats.org/drawingml/2006/main">
              <a:ext uri="{FF2B5EF4-FFF2-40B4-BE49-F238E27FC236}">
                <a16:creationId xmlns:a16="http://schemas.microsoft.com/office/drawing/2014/main" id="{D3FD9E20-AEAA-4805-9FEF-9720252C2BF9}"/>
              </a:ext>
            </a:extLst>
          </p:cNvPr>
          <p:cNvSpPr>
            <a:spLocks xmlns:a="http://schemas.openxmlformats.org/drawingml/2006/main" noGrp="1"/>
          </p:cNvSpPr>
          <p:nvPr/>
        </p:nvSpPr>
        <p:spPr>
          <a:xfrm xmlns:a="http://schemas.openxmlformats.org/drawingml/2006/main">
            <a:off x="4171950" y="48577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latin typeface="Noto Sans CJK JP"/>
                <a:ea typeface="Noto Sans CJK JP"/>
                <a:cs typeface="Noto Sans CJK JP"/>
              </a:defRPr>
            </a:pPr>
            <a:r>
              <a:rPr sz="975" b="1">
                <a:solidFill>
                  <a:srgbClr val="FFFFFF"/>
                </a:solidFill>
                <a:latin typeface="Noto Sans CJK JP"/>
                <a:ea typeface="Noto Sans CJK JP"/>
                <a:cs typeface="Noto Sans CJK JP"/>
              </a:rPr>
              <a:t>以後</a:t>
            </a:r>
          </a:p>
        </p:txBody>
      </p:sp>
      <p:sp>
        <p:nvSpPr>
          <p:cNvPr id="75" name="service">
            <a:extLst xmlns:a="http://schemas.openxmlformats.org/drawingml/2006/main">
              <a:ext uri="{FF2B5EF4-FFF2-40B4-BE49-F238E27FC236}">
                <a16:creationId xmlns:a16="http://schemas.microsoft.com/office/drawing/2014/main" id="{1FEC69CA-27C0-48A6-80B7-3BA8FB4B2CC7}"/>
              </a:ext>
            </a:extLst>
          </p:cNvPr>
          <p:cNvSpPr>
            <a:spLocks xmlns:a="http://schemas.openxmlformats.org/drawingml/2006/main" noGrp="1"/>
          </p:cNvSpPr>
          <p:nvPr/>
        </p:nvSpPr>
        <p:spPr>
          <a:xfrm xmlns:a="http://schemas.openxmlformats.org/drawingml/2006/main">
            <a:off x="4743450" y="4800600"/>
            <a:ext cx="857250" cy="323850"/>
          </a:xfrm>
          <a:prstGeom xmlns:a="http://schemas.openxmlformats.org/drawingml/2006/main" prst="roundRect">
            <a:avLst>
              <a:gd name="adj" fmla="val 17647"/>
            </a:avLst>
          </a:prstGeom>
          <a:solidFill xmlns:a="http://schemas.openxmlformats.org/drawingml/2006/main">
            <a:srgbClr val="EAF1F8"/>
          </a:solidFill>
          <a:ln xmlns:a="http://schemas.openxmlformats.org/drawingml/2006/main" w="9525">
            <a:solidFill>
              <a:srgbClr val="D2DEEA"/>
            </a:solidFill>
            <a:prstDash val="solid"/>
          </a:ln>
        </p:spPr>
      </p:sp>
      <p:sp>
        <p:nvSpPr>
          <p:cNvPr id="76" name="service-text">
            <a:extLst xmlns:a="http://schemas.openxmlformats.org/drawingml/2006/main">
              <a:ext uri="{FF2B5EF4-FFF2-40B4-BE49-F238E27FC236}">
                <a16:creationId xmlns:a16="http://schemas.microsoft.com/office/drawing/2014/main" id="{449EF272-237E-4956-9F05-C0F07FF28E3D}"/>
              </a:ext>
            </a:extLst>
          </p:cNvPr>
          <p:cNvSpPr>
            <a:spLocks xmlns:a="http://schemas.openxmlformats.org/drawingml/2006/main" noGrp="1"/>
          </p:cNvSpPr>
          <p:nvPr/>
        </p:nvSpPr>
        <p:spPr>
          <a:xfrm xmlns:a="http://schemas.openxmlformats.org/drawingml/2006/main">
            <a:off x="4819650" y="4867275"/>
            <a:ext cx="704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1B2A3A"/>
                </a:solidFill>
                <a:latin typeface="Noto Sans CJK JP"/>
                <a:ea typeface="Noto Sans CJK JP"/>
                <a:cs typeface="Noto Sans CJK JP"/>
              </a:defRPr>
            </a:pPr>
            <a:r>
              <a:rPr sz="900" b="1">
                <a:solidFill>
                  <a:srgbClr val="1B2A3A"/>
                </a:solidFill>
                <a:latin typeface="Noto Sans CJK JP"/>
                <a:ea typeface="Noto Sans CJK JP"/>
                <a:cs typeface="Noto Sans CJK JP"/>
              </a:rPr>
              <a:t>再利用なし</a:t>
            </a:r>
          </a:p>
        </p:txBody>
      </p:sp>
      <p:sp>
        <p:nvSpPr>
          <p:cNvPr id="77" name="insight">
            <a:extLst xmlns:a="http://schemas.openxmlformats.org/drawingml/2006/main">
              <a:ext uri="{FF2B5EF4-FFF2-40B4-BE49-F238E27FC236}">
                <a16:creationId xmlns:a16="http://schemas.microsoft.com/office/drawing/2014/main" id="{C7E052CE-FA44-4516-A222-F4D8ACD94CC9}"/>
              </a:ext>
            </a:extLst>
          </p:cNvPr>
          <p:cNvSpPr>
            <a:spLocks xmlns:a="http://schemas.openxmlformats.org/drawingml/2006/main" noGrp="1"/>
          </p:cNvSpPr>
          <p:nvPr/>
        </p:nvSpPr>
        <p:spPr>
          <a:xfrm xmlns:a="http://schemas.openxmlformats.org/drawingml/2006/main">
            <a:off x="7715250" y="4752975"/>
            <a:ext cx="3333750" cy="381000"/>
          </a:xfrm>
          <a:prstGeom xmlns:a="http://schemas.openxmlformats.org/drawingml/2006/main" prst="roundRect">
            <a:avLst>
              <a:gd name="adj" fmla="val 20000"/>
            </a:avLst>
          </a:prstGeom>
          <a:solidFill xmlns:a="http://schemas.openxmlformats.org/drawingml/2006/main">
            <a:srgbClr val="EAF1F8"/>
          </a:solidFill>
          <a:ln xmlns:a="http://schemas.openxmlformats.org/drawingml/2006/main" w="9525">
            <a:solidFill>
              <a:srgbClr val="D2DEEA"/>
            </a:solidFill>
            <a:prstDash val="solid"/>
          </a:ln>
        </p:spPr>
      </p:sp>
      <p:sp>
        <p:nvSpPr>
          <p:cNvPr id="78" name="insight-text">
            <a:extLst xmlns:a="http://schemas.openxmlformats.org/drawingml/2006/main">
              <a:ext uri="{FF2B5EF4-FFF2-40B4-BE49-F238E27FC236}">
                <a16:creationId xmlns:a16="http://schemas.microsoft.com/office/drawing/2014/main" id="{D4E07AD2-38F2-42D6-8E96-64BF3B9675B7}"/>
              </a:ext>
            </a:extLst>
          </p:cNvPr>
          <p:cNvSpPr>
            <a:spLocks xmlns:a="http://schemas.openxmlformats.org/drawingml/2006/main" noGrp="1"/>
          </p:cNvSpPr>
          <p:nvPr/>
        </p:nvSpPr>
        <p:spPr>
          <a:xfrm xmlns:a="http://schemas.openxmlformats.org/drawingml/2006/main">
            <a:off x="7886700" y="4838700"/>
            <a:ext cx="2990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1B2A3A"/>
                </a:solidFill>
                <a:latin typeface="Noto Sans CJK JP"/>
                <a:ea typeface="Noto Sans CJK JP"/>
                <a:cs typeface="Noto Sans CJK JP"/>
              </a:defRPr>
            </a:pPr>
            <a:r>
              <a:rPr sz="975" b="1">
                <a:solidFill>
                  <a:srgbClr val="1B2A3A"/>
                </a:solidFill>
                <a:latin typeface="Noto Sans CJK JP"/>
                <a:ea typeface="Noto Sans CJK JP"/>
                <a:cs typeface="Noto Sans CJK JP"/>
              </a:rPr>
              <a:t>再接点の確認候補</a:t>
            </a:r>
          </a:p>
        </p:txBody>
      </p:sp>
      <p:sp>
        <p:nvSpPr>
          <p:cNvPr id="79" name="caption">
            <a:extLst xmlns:a="http://schemas.openxmlformats.org/drawingml/2006/main">
              <a:ext uri="{FF2B5EF4-FFF2-40B4-BE49-F238E27FC236}">
                <a16:creationId xmlns:a16="http://schemas.microsoft.com/office/drawing/2014/main" id="{9E394625-7BC5-4DAF-B3A2-322F5F0457FC}"/>
              </a:ext>
            </a:extLst>
          </p:cNvPr>
          <p:cNvSpPr>
            <a:spLocks xmlns:a="http://schemas.openxmlformats.org/drawingml/2006/main" noGrp="1"/>
          </p:cNvSpPr>
          <p:nvPr/>
        </p:nvSpPr>
        <p:spPr>
          <a:xfrm xmlns:a="http://schemas.openxmlformats.org/drawingml/2006/main">
            <a:off x="1181100" y="5524500"/>
            <a:ext cx="9829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1E3A5F"/>
                </a:solidFill>
                <a:latin typeface="Noto Sans CJK JP"/>
                <a:ea typeface="Noto Sans CJK JP"/>
                <a:cs typeface="Noto Sans CJK JP"/>
              </a:defRPr>
            </a:pPr>
            <a:r>
              <a:rPr sz="1275">
                <a:solidFill>
                  <a:srgbClr val="1E3A5F"/>
                </a:solidFill>
                <a:latin typeface="Noto Sans CJK JP"/>
                <a:ea typeface="Noto Sans CJK JP"/>
                <a:cs typeface="Noto Sans CJK JP"/>
              </a:rPr>
              <a:t>利用者ごとの履歴にすると、担当者の頭の中にある見立てを、共有・引き継ぎできる情報へ変えられる。</a:t>
            </a:r>
          </a:p>
        </p:txBody>
      </p:sp>
    </p:spTree>
    <p:extLst>
      <p:ext uri="{BB962C8B-B14F-4D97-AF65-F5344CB8AC3E}">
        <p14:creationId xmlns:p14="http://schemas.microsoft.com/office/powerpoint/2010/main" val="8003679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icon-circle">
            <a:extLst xmlns:a="http://schemas.openxmlformats.org/drawingml/2006/main">
              <a:ext uri="{FF2B5EF4-FFF2-40B4-BE49-F238E27FC236}">
                <a16:creationId xmlns:a16="http://schemas.microsoft.com/office/drawing/2014/main" id="{844CC410-326E-44BD-8FAB-3D393C897081}"/>
              </a:ext>
            </a:extLst>
          </p:cNvPr>
          <p:cNvSpPr>
            <a:spLocks xmlns:a="http://schemas.openxmlformats.org/drawingml/2006/main" noGrp="1"/>
          </p:cNvSpPr>
          <p:nvPr/>
        </p:nvSpPr>
        <p:spPr>
          <a:xfrm xmlns:a="http://schemas.openxmlformats.org/drawingml/2006/main">
            <a:off x="819150" y="438150"/>
            <a:ext cx="514350" cy="514350"/>
          </a:xfrm>
          <a:prstGeom xmlns:a="http://schemas.openxmlformats.org/drawingml/2006/main" prst="ellipse">
            <a:avLst/>
          </a:prstGeom>
          <a:solidFill xmlns:a="http://schemas.openxmlformats.org/drawingml/2006/main">
            <a:srgbClr val="17375E"/>
          </a:solidFill>
          <a:ln xmlns:a="http://schemas.openxmlformats.org/drawingml/2006/main" w="9525">
            <a:solidFill>
              <a:srgbClr val="17375E"/>
            </a:solidFill>
            <a:prstDash val="solid"/>
          </a:ln>
        </p:spPr>
      </p:sp>
      <p:sp>
        <p:nvSpPr>
          <p:cNvPr id="2" name="icon-text">
            <a:extLst xmlns:a="http://schemas.openxmlformats.org/drawingml/2006/main">
              <a:ext uri="{FF2B5EF4-FFF2-40B4-BE49-F238E27FC236}">
                <a16:creationId xmlns:a16="http://schemas.microsoft.com/office/drawing/2014/main" id="{DB73E34F-5B5F-48CC-A559-DAB2FC0807B9}"/>
              </a:ext>
            </a:extLst>
          </p:cNvPr>
          <p:cNvSpPr>
            <a:spLocks xmlns:a="http://schemas.openxmlformats.org/drawingml/2006/main" noGrp="1"/>
          </p:cNvSpPr>
          <p:nvPr/>
        </p:nvSpPr>
        <p:spPr>
          <a:xfrm xmlns:a="http://schemas.openxmlformats.org/drawingml/2006/main">
            <a:off x="819150" y="530733"/>
            <a:ext cx="514350" cy="31889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39" b="1">
                <a:solidFill>
                  <a:srgbClr val="FFFFFF"/>
                </a:solidFill>
                <a:latin typeface="Noto Sans CJK JP"/>
                <a:ea typeface="Noto Sans CJK JP"/>
                <a:cs typeface="Noto Sans CJK JP"/>
              </a:defRPr>
            </a:pPr>
            <a:r>
              <a:rPr sz="1539" b="1">
                <a:solidFill>
                  <a:srgbClr val="FFFFFF"/>
                </a:solidFill>
                <a:latin typeface="Noto Sans CJK JP"/>
                <a:ea typeface="Noto Sans CJK JP"/>
                <a:cs typeface="Noto Sans CJK JP"/>
              </a:rPr>
              <a:t>!</a:t>
            </a:r>
          </a:p>
        </p:txBody>
      </p:sp>
      <p:sp>
        <p:nvSpPr>
          <p:cNvPr id="3" name="slide-label">
            <a:extLst xmlns:a="http://schemas.openxmlformats.org/drawingml/2006/main">
              <a:ext uri="{FF2B5EF4-FFF2-40B4-BE49-F238E27FC236}">
                <a16:creationId xmlns:a16="http://schemas.microsoft.com/office/drawing/2014/main" id="{07653F96-4DB4-432C-BE33-B09313592134}"/>
              </a:ext>
            </a:extLst>
          </p:cNvPr>
          <p:cNvSpPr>
            <a:spLocks xmlns:a="http://schemas.openxmlformats.org/drawingml/2006/main" noGrp="1"/>
          </p:cNvSpPr>
          <p:nvPr/>
        </p:nvSpPr>
        <p:spPr>
          <a:xfrm xmlns:a="http://schemas.openxmlformats.org/drawingml/2006/main">
            <a:off x="1562100" y="5143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2C78B8"/>
                </a:solidFill>
                <a:latin typeface="Noto Sans CJK JP"/>
                <a:ea typeface="Noto Sans CJK JP"/>
                <a:cs typeface="Noto Sans CJK JP"/>
              </a:defRPr>
            </a:pPr>
            <a:r>
              <a:rPr sz="975" b="1">
                <a:solidFill>
                  <a:srgbClr val="2C78B8"/>
                </a:solidFill>
                <a:latin typeface="Noto Sans CJK JP"/>
                <a:ea typeface="Noto Sans CJK JP"/>
                <a:cs typeface="Noto Sans CJK JP"/>
              </a:rPr>
              <a:t>SLIDE 4 ｜ ボトルネック</a:t>
            </a:r>
          </a:p>
        </p:txBody>
      </p:sp>
      <p:sp>
        <p:nvSpPr>
          <p:cNvPr id="4" name="slide-title">
            <a:extLst xmlns:a="http://schemas.openxmlformats.org/drawingml/2006/main">
              <a:ext uri="{FF2B5EF4-FFF2-40B4-BE49-F238E27FC236}">
                <a16:creationId xmlns:a16="http://schemas.microsoft.com/office/drawing/2014/main" id="{D61A31C9-DDA4-4670-8D8D-AD1F04690C72}"/>
              </a:ext>
            </a:extLst>
          </p:cNvPr>
          <p:cNvSpPr>
            <a:spLocks xmlns:a="http://schemas.openxmlformats.org/drawingml/2006/main" noGrp="1"/>
          </p:cNvSpPr>
          <p:nvPr/>
        </p:nvSpPr>
        <p:spPr>
          <a:xfrm xmlns:a="http://schemas.openxmlformats.org/drawingml/2006/main">
            <a:off x="1562100" y="800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1B2A3A"/>
                </a:solidFill>
                <a:latin typeface="Noto Sans CJK JP"/>
                <a:ea typeface="Noto Sans CJK JP"/>
                <a:cs typeface="Noto Sans CJK JP"/>
              </a:defRPr>
            </a:pPr>
            <a:r>
              <a:rPr sz="2550" b="1">
                <a:solidFill>
                  <a:srgbClr val="1B2A3A"/>
                </a:solidFill>
                <a:latin typeface="Noto Sans CJK JP"/>
                <a:ea typeface="Noto Sans CJK JP"/>
                <a:cs typeface="Noto Sans CJK JP"/>
              </a:rPr>
              <a:t>見えてきたボトルネック</a:t>
            </a:r>
          </a:p>
        </p:txBody>
      </p:sp>
      <p:sp>
        <p:nvSpPr>
          <p:cNvPr id="5" name="message-band">
            <a:extLst xmlns:a="http://schemas.openxmlformats.org/drawingml/2006/main">
              <a:ext uri="{FF2B5EF4-FFF2-40B4-BE49-F238E27FC236}">
                <a16:creationId xmlns:a16="http://schemas.microsoft.com/office/drawing/2014/main" id="{AB2B1189-C235-4B08-B7CA-1CAA80E003AC}"/>
              </a:ext>
            </a:extLst>
          </p:cNvPr>
          <p:cNvSpPr>
            <a:spLocks xmlns:a="http://schemas.openxmlformats.org/drawingml/2006/main" noGrp="1"/>
          </p:cNvSpPr>
          <p:nvPr/>
        </p:nvSpPr>
        <p:spPr>
          <a:xfrm xmlns:a="http://schemas.openxmlformats.org/drawingml/2006/main">
            <a:off x="819150" y="1485900"/>
            <a:ext cx="10553700" cy="571500"/>
          </a:xfrm>
          <a:prstGeom xmlns:a="http://schemas.openxmlformats.org/drawingml/2006/main" prst="roundRect">
            <a:avLst>
              <a:gd name="adj" fmla="val 13333"/>
            </a:avLst>
          </a:prstGeom>
          <a:solidFill xmlns:a="http://schemas.openxmlformats.org/drawingml/2006/main">
            <a:srgbClr val="EAF1F8"/>
          </a:solidFill>
          <a:ln xmlns:a="http://schemas.openxmlformats.org/drawingml/2006/main" w="9525">
            <a:solidFill>
              <a:srgbClr val="EAF1F8"/>
            </a:solidFill>
            <a:prstDash val="solid"/>
          </a:ln>
        </p:spPr>
      </p:sp>
      <p:sp>
        <p:nvSpPr>
          <p:cNvPr id="6" name="message-text">
            <a:extLst xmlns:a="http://schemas.openxmlformats.org/drawingml/2006/main">
              <a:ext uri="{FF2B5EF4-FFF2-40B4-BE49-F238E27FC236}">
                <a16:creationId xmlns:a16="http://schemas.microsoft.com/office/drawing/2014/main" id="{4CF8FECB-5CA0-44AB-A940-DE47AA1B8C15}"/>
              </a:ext>
            </a:extLst>
          </p:cNvPr>
          <p:cNvSpPr>
            <a:spLocks xmlns:a="http://schemas.openxmlformats.org/drawingml/2006/main" noGrp="1"/>
          </p:cNvSpPr>
          <p:nvPr/>
        </p:nvSpPr>
        <p:spPr>
          <a:xfrm xmlns:a="http://schemas.openxmlformats.org/drawingml/2006/main">
            <a:off x="1123950" y="1657350"/>
            <a:ext cx="994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75" b="1">
                <a:solidFill>
                  <a:srgbClr val="1E3A5F"/>
                </a:solidFill>
                <a:latin typeface="Noto Sans CJK JP"/>
                <a:ea typeface="Noto Sans CJK JP"/>
                <a:cs typeface="Noto Sans CJK JP"/>
              </a:defRPr>
            </a:pPr>
            <a:r>
              <a:rPr sz="1275" b="1">
                <a:solidFill>
                  <a:srgbClr val="1E3A5F"/>
                </a:solidFill>
                <a:latin typeface="Noto Sans CJK JP"/>
                <a:ea typeface="Noto Sans CJK JP"/>
                <a:cs typeface="Noto Sans CJK JP"/>
              </a:rPr>
              <a:t>ボトルネックは特定の利用者層だけでなく、顧客管理と利用予測が属人的に行われていることにある。</a:t>
            </a:r>
          </a:p>
        </p:txBody>
      </p:sp>
      <p:sp>
        <p:nvSpPr>
          <p:cNvPr id="7" name="footer-left">
            <a:extLst xmlns:a="http://schemas.openxmlformats.org/drawingml/2006/main">
              <a:ext uri="{FF2B5EF4-FFF2-40B4-BE49-F238E27FC236}">
                <a16:creationId xmlns:a16="http://schemas.microsoft.com/office/drawing/2014/main" id="{4577EFEA-6695-4617-A31B-FB7A4BE9FC3F}"/>
              </a:ext>
            </a:extLst>
          </p:cNvPr>
          <p:cNvSpPr>
            <a:spLocks xmlns:a="http://schemas.openxmlformats.org/drawingml/2006/main" noGrp="1"/>
          </p:cNvSpPr>
          <p:nvPr/>
        </p:nvSpPr>
        <p:spPr>
          <a:xfrm xmlns:a="http://schemas.openxmlformats.org/drawingml/2006/main">
            <a:off x="819150" y="64579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5E7589"/>
                </a:solidFill>
                <a:latin typeface="Noto Sans CJK JP"/>
                <a:ea typeface="Noto Sans CJK JP"/>
                <a:cs typeface="Noto Sans CJK JP"/>
              </a:defRPr>
            </a:pPr>
            <a:r>
              <a:rPr sz="750">
                <a:solidFill>
                  <a:srgbClr val="5E7589"/>
                </a:solidFill>
                <a:latin typeface="Noto Sans CJK JP"/>
                <a:ea typeface="Noto Sans CJK JP"/>
                <a:cs typeface="Noto Sans CJK JP"/>
              </a:rPr>
              <a:t>アルボース ｜ 利用率低下分析の報告</a:t>
            </a:r>
          </a:p>
        </p:txBody>
      </p:sp>
      <p:sp>
        <p:nvSpPr>
          <p:cNvPr id="8" name="footer-page">
            <a:extLst xmlns:a="http://schemas.openxmlformats.org/drawingml/2006/main">
              <a:ext uri="{FF2B5EF4-FFF2-40B4-BE49-F238E27FC236}">
                <a16:creationId xmlns:a16="http://schemas.microsoft.com/office/drawing/2014/main" id="{7D8E9109-1CAC-4945-B1DB-2DCA80CD99AA}"/>
              </a:ext>
            </a:extLst>
          </p:cNvPr>
          <p:cNvSpPr>
            <a:spLocks xmlns:a="http://schemas.openxmlformats.org/drawingml/2006/main" noGrp="1"/>
          </p:cNvSpPr>
          <p:nvPr/>
        </p:nvSpPr>
        <p:spPr>
          <a:xfrm xmlns:a="http://schemas.openxmlformats.org/drawingml/2006/main">
            <a:off x="11049000" y="64579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a:solidFill>
                  <a:srgbClr val="5E7589"/>
                </a:solidFill>
                <a:latin typeface="Noto Sans CJK JP"/>
                <a:ea typeface="Noto Sans CJK JP"/>
                <a:cs typeface="Noto Sans CJK JP"/>
              </a:defRPr>
            </a:pPr>
            <a:r>
              <a:rPr sz="825">
                <a:solidFill>
                  <a:srgbClr val="5E7589"/>
                </a:solidFill>
                <a:latin typeface="Noto Sans CJK JP"/>
                <a:ea typeface="Noto Sans CJK JP"/>
                <a:cs typeface="Noto Sans CJK JP"/>
              </a:rPr>
              <a:t>4</a:t>
            </a:r>
          </a:p>
        </p:txBody>
      </p:sp>
      <p:sp>
        <p:nvSpPr>
          <p:cNvPr id="9" name="card">
            <a:extLst xmlns:a="http://schemas.openxmlformats.org/drawingml/2006/main">
              <a:ext uri="{FF2B5EF4-FFF2-40B4-BE49-F238E27FC236}">
                <a16:creationId xmlns:a16="http://schemas.microsoft.com/office/drawing/2014/main" id="{53EE2E36-A331-4A0B-9869-30E93ACC7FD2}"/>
              </a:ext>
            </a:extLst>
          </p:cNvPr>
          <p:cNvSpPr>
            <a:spLocks xmlns:a="http://schemas.openxmlformats.org/drawingml/2006/main" noGrp="1"/>
          </p:cNvSpPr>
          <p:nvPr/>
        </p:nvSpPr>
        <p:spPr>
          <a:xfrm xmlns:a="http://schemas.openxmlformats.org/drawingml/2006/main">
            <a:off x="819150" y="2533650"/>
            <a:ext cx="4381500" cy="2190750"/>
          </a:xfrm>
          <a:prstGeom xmlns:a="http://schemas.openxmlformats.org/drawingml/2006/main" prst="roundRect">
            <a:avLst>
              <a:gd name="adj" fmla="val 3478"/>
            </a:avLst>
          </a:prstGeom>
          <a:solidFill xmlns:a="http://schemas.openxmlformats.org/drawingml/2006/main">
            <a:srgbClr val="F4F8FC"/>
          </a:solidFill>
          <a:ln xmlns:a="http://schemas.openxmlformats.org/drawingml/2006/main" w="9525">
            <a:solidFill>
              <a:srgbClr val="D2DEEA"/>
            </a:solidFill>
            <a:prstDash val="solid"/>
          </a:ln>
        </p:spPr>
      </p:sp>
      <p:sp>
        <p:nvSpPr>
          <p:cNvPr id="10" name="icon-circle">
            <a:extLst xmlns:a="http://schemas.openxmlformats.org/drawingml/2006/main">
              <a:ext uri="{FF2B5EF4-FFF2-40B4-BE49-F238E27FC236}">
                <a16:creationId xmlns:a16="http://schemas.microsoft.com/office/drawing/2014/main" id="{AACE05F8-CC93-49BA-9ED5-212AEEE062F6}"/>
              </a:ext>
            </a:extLst>
          </p:cNvPr>
          <p:cNvSpPr>
            <a:spLocks xmlns:a="http://schemas.openxmlformats.org/drawingml/2006/main" noGrp="1"/>
          </p:cNvSpPr>
          <p:nvPr/>
        </p:nvSpPr>
        <p:spPr>
          <a:xfrm xmlns:a="http://schemas.openxmlformats.org/drawingml/2006/main">
            <a:off x="1047750" y="2762250"/>
            <a:ext cx="419100" cy="419100"/>
          </a:xfrm>
          <a:prstGeom xmlns:a="http://schemas.openxmlformats.org/drawingml/2006/main" prst="ellipse">
            <a:avLst/>
          </a:prstGeom>
          <a:solidFill xmlns:a="http://schemas.openxmlformats.org/drawingml/2006/main">
            <a:srgbClr val="B7791F"/>
          </a:solidFill>
          <a:ln xmlns:a="http://schemas.openxmlformats.org/drawingml/2006/main" w="9525">
            <a:solidFill>
              <a:srgbClr val="B7791F"/>
            </a:solidFill>
            <a:prstDash val="solid"/>
          </a:ln>
        </p:spPr>
      </p:sp>
      <p:sp>
        <p:nvSpPr>
          <p:cNvPr id="11" name="icon-text">
            <a:extLst xmlns:a="http://schemas.openxmlformats.org/drawingml/2006/main">
              <a:ext uri="{FF2B5EF4-FFF2-40B4-BE49-F238E27FC236}">
                <a16:creationId xmlns:a16="http://schemas.microsoft.com/office/drawing/2014/main" id="{E08D1319-2A5D-4533-BFBC-0A223DCD732B}"/>
              </a:ext>
            </a:extLst>
          </p:cNvPr>
          <p:cNvSpPr>
            <a:spLocks xmlns:a="http://schemas.openxmlformats.org/drawingml/2006/main" noGrp="1"/>
          </p:cNvSpPr>
          <p:nvPr/>
        </p:nvSpPr>
        <p:spPr>
          <a:xfrm xmlns:a="http://schemas.openxmlformats.org/drawingml/2006/main">
            <a:off x="1047750" y="283768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人</a:t>
            </a:r>
          </a:p>
        </p:txBody>
      </p:sp>
      <p:sp>
        <p:nvSpPr>
          <p:cNvPr id="12" name="card-title">
            <a:extLst xmlns:a="http://schemas.openxmlformats.org/drawingml/2006/main">
              <a:ext uri="{FF2B5EF4-FFF2-40B4-BE49-F238E27FC236}">
                <a16:creationId xmlns:a16="http://schemas.microsoft.com/office/drawing/2014/main" id="{B2319026-DEF5-4950-A5B8-C0431C602DC3}"/>
              </a:ext>
            </a:extLst>
          </p:cNvPr>
          <p:cNvSpPr>
            <a:spLocks xmlns:a="http://schemas.openxmlformats.org/drawingml/2006/main" noGrp="1"/>
          </p:cNvSpPr>
          <p:nvPr/>
        </p:nvSpPr>
        <p:spPr>
          <a:xfrm xmlns:a="http://schemas.openxmlformats.org/drawingml/2006/main">
            <a:off x="1619250" y="2781300"/>
            <a:ext cx="3314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担当者の頭の中</a:t>
            </a:r>
          </a:p>
        </p:txBody>
      </p:sp>
      <p:sp>
        <p:nvSpPr>
          <p:cNvPr id="13" name="card-body">
            <a:extLst xmlns:a="http://schemas.openxmlformats.org/drawingml/2006/main">
              <a:ext uri="{FF2B5EF4-FFF2-40B4-BE49-F238E27FC236}">
                <a16:creationId xmlns:a16="http://schemas.microsoft.com/office/drawing/2014/main" id="{BCF6FE91-B0FC-4A3B-88B2-18ACE9780332}"/>
              </a:ext>
            </a:extLst>
          </p:cNvPr>
          <p:cNvSpPr>
            <a:spLocks xmlns:a="http://schemas.openxmlformats.org/drawingml/2006/main" noGrp="1"/>
          </p:cNvSpPr>
          <p:nvPr/>
        </p:nvSpPr>
        <p:spPr>
          <a:xfrm xmlns:a="http://schemas.openxmlformats.org/drawingml/2006/main">
            <a:off x="1104900" y="3371850"/>
            <a:ext cx="3810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利用者の状態、次に声をかけるタイミング、再利用可能性が、経験と記憶に依存しやすい。</a:t>
            </a:r>
          </a:p>
        </p:txBody>
      </p:sp>
      <p:sp>
        <p:nvSpPr>
          <p:cNvPr id="14" name="arrow">
            <a:extLst xmlns:a="http://schemas.openxmlformats.org/drawingml/2006/main">
              <a:ext uri="{FF2B5EF4-FFF2-40B4-BE49-F238E27FC236}">
                <a16:creationId xmlns:a16="http://schemas.microsoft.com/office/drawing/2014/main" id="{6A782881-E4ED-4710-8A86-6A6990A47DDB}"/>
              </a:ext>
            </a:extLst>
          </p:cNvPr>
          <p:cNvSpPr>
            <a:spLocks xmlns:a="http://schemas.openxmlformats.org/drawingml/2006/main" noGrp="1"/>
          </p:cNvSpPr>
          <p:nvPr/>
        </p:nvSpPr>
        <p:spPr>
          <a:xfrm xmlns:a="http://schemas.openxmlformats.org/drawingml/2006/main">
            <a:off x="5581650" y="3390900"/>
            <a:ext cx="666750" cy="266700"/>
          </a:xfrm>
          <a:prstGeom xmlns:a="http://schemas.openxmlformats.org/drawingml/2006/main" prst="rightArrow">
            <a:avLst/>
          </a:prstGeom>
          <a:solidFill xmlns:a="http://schemas.openxmlformats.org/drawingml/2006/main">
            <a:srgbClr val="2C78B8"/>
          </a:solidFill>
          <a:ln xmlns:a="http://schemas.openxmlformats.org/drawingml/2006/main" w="9525">
            <a:solidFill>
              <a:srgbClr val="2C78B8"/>
            </a:solidFill>
            <a:prstDash val="solid"/>
          </a:ln>
        </p:spPr>
      </p:sp>
      <p:sp>
        <p:nvSpPr>
          <p:cNvPr id="15" name="card">
            <a:extLst xmlns:a="http://schemas.openxmlformats.org/drawingml/2006/main">
              <a:ext uri="{FF2B5EF4-FFF2-40B4-BE49-F238E27FC236}">
                <a16:creationId xmlns:a16="http://schemas.microsoft.com/office/drawing/2014/main" id="{36564BB9-4028-47C4-B815-126929FFEEC3}"/>
              </a:ext>
            </a:extLst>
          </p:cNvPr>
          <p:cNvSpPr>
            <a:spLocks xmlns:a="http://schemas.openxmlformats.org/drawingml/2006/main" noGrp="1"/>
          </p:cNvSpPr>
          <p:nvPr/>
        </p:nvSpPr>
        <p:spPr>
          <a:xfrm xmlns:a="http://schemas.openxmlformats.org/drawingml/2006/main">
            <a:off x="6572250" y="2533650"/>
            <a:ext cx="4800600" cy="2190750"/>
          </a:xfrm>
          <a:prstGeom xmlns:a="http://schemas.openxmlformats.org/drawingml/2006/main" prst="roundRect">
            <a:avLst>
              <a:gd name="adj" fmla="val 3478"/>
            </a:avLst>
          </a:prstGeom>
          <a:solidFill xmlns:a="http://schemas.openxmlformats.org/drawingml/2006/main">
            <a:srgbClr val="F4F8FC"/>
          </a:solidFill>
          <a:ln xmlns:a="http://schemas.openxmlformats.org/drawingml/2006/main" w="9525">
            <a:solidFill>
              <a:srgbClr val="D2DEEA"/>
            </a:solidFill>
            <a:prstDash val="solid"/>
          </a:ln>
        </p:spPr>
      </p:sp>
      <p:sp>
        <p:nvSpPr>
          <p:cNvPr id="16" name="icon-circle">
            <a:extLst xmlns:a="http://schemas.openxmlformats.org/drawingml/2006/main">
              <a:ext uri="{FF2B5EF4-FFF2-40B4-BE49-F238E27FC236}">
                <a16:creationId xmlns:a16="http://schemas.microsoft.com/office/drawing/2014/main" id="{CBC6EFD8-171A-4E63-9630-8CF92ACE9620}"/>
              </a:ext>
            </a:extLst>
          </p:cNvPr>
          <p:cNvSpPr>
            <a:spLocks xmlns:a="http://schemas.openxmlformats.org/drawingml/2006/main" noGrp="1"/>
          </p:cNvSpPr>
          <p:nvPr/>
        </p:nvSpPr>
        <p:spPr>
          <a:xfrm xmlns:a="http://schemas.openxmlformats.org/drawingml/2006/main">
            <a:off x="6800850" y="2762250"/>
            <a:ext cx="419100" cy="419100"/>
          </a:xfrm>
          <a:prstGeom xmlns:a="http://schemas.openxmlformats.org/drawingml/2006/main" prst="ellipse">
            <a:avLst/>
          </a:prstGeom>
          <a:solidFill xmlns:a="http://schemas.openxmlformats.org/drawingml/2006/main">
            <a:srgbClr val="2E7D6B"/>
          </a:solidFill>
          <a:ln xmlns:a="http://schemas.openxmlformats.org/drawingml/2006/main" w="9525">
            <a:solidFill>
              <a:srgbClr val="2E7D6B"/>
            </a:solidFill>
            <a:prstDash val="solid"/>
          </a:ln>
        </p:spPr>
      </p:sp>
      <p:sp>
        <p:nvSpPr>
          <p:cNvPr id="17" name="icon-text">
            <a:extLst xmlns:a="http://schemas.openxmlformats.org/drawingml/2006/main">
              <a:ext uri="{FF2B5EF4-FFF2-40B4-BE49-F238E27FC236}">
                <a16:creationId xmlns:a16="http://schemas.microsoft.com/office/drawing/2014/main" id="{B6350030-3C14-4D9D-A3E4-E52AD22A394E}"/>
              </a:ext>
            </a:extLst>
          </p:cNvPr>
          <p:cNvSpPr>
            <a:spLocks xmlns:a="http://schemas.openxmlformats.org/drawingml/2006/main" noGrp="1"/>
          </p:cNvSpPr>
          <p:nvPr/>
        </p:nvSpPr>
        <p:spPr>
          <a:xfrm xmlns:a="http://schemas.openxmlformats.org/drawingml/2006/main">
            <a:off x="6800850" y="283768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表</a:t>
            </a:r>
          </a:p>
        </p:txBody>
      </p:sp>
      <p:sp>
        <p:nvSpPr>
          <p:cNvPr id="18" name="card-title">
            <a:extLst xmlns:a="http://schemas.openxmlformats.org/drawingml/2006/main">
              <a:ext uri="{FF2B5EF4-FFF2-40B4-BE49-F238E27FC236}">
                <a16:creationId xmlns:a16="http://schemas.microsoft.com/office/drawing/2014/main" id="{1C5BA475-AEB9-4807-9B75-2B05B2251298}"/>
              </a:ext>
            </a:extLst>
          </p:cNvPr>
          <p:cNvSpPr>
            <a:spLocks xmlns:a="http://schemas.openxmlformats.org/drawingml/2006/main" noGrp="1"/>
          </p:cNvSpPr>
          <p:nvPr/>
        </p:nvSpPr>
        <p:spPr>
          <a:xfrm xmlns:a="http://schemas.openxmlformats.org/drawingml/2006/main">
            <a:off x="7372350" y="2781300"/>
            <a:ext cx="3733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共有・更新できる顧客管理</a:t>
            </a:r>
          </a:p>
        </p:txBody>
      </p:sp>
      <p:sp>
        <p:nvSpPr>
          <p:cNvPr id="19" name="card-body">
            <a:extLst xmlns:a="http://schemas.openxmlformats.org/drawingml/2006/main">
              <a:ext uri="{FF2B5EF4-FFF2-40B4-BE49-F238E27FC236}">
                <a16:creationId xmlns:a16="http://schemas.microsoft.com/office/drawing/2014/main" id="{509E9937-E132-445A-804C-56081313E923}"/>
              </a:ext>
            </a:extLst>
          </p:cNvPr>
          <p:cNvSpPr>
            <a:spLocks xmlns:a="http://schemas.openxmlformats.org/drawingml/2006/main" noGrp="1"/>
          </p:cNvSpPr>
          <p:nvPr/>
        </p:nvSpPr>
        <p:spPr>
          <a:xfrm xmlns:a="http://schemas.openxmlformats.org/drawingml/2006/main">
            <a:off x="6858000" y="3371850"/>
            <a:ext cx="42291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利用履歴、接点、次回確認、見込みを見える化し、担当者が変わっても引き継げる形にする。</a:t>
            </a:r>
          </a:p>
        </p:txBody>
      </p:sp>
      <p:sp>
        <p:nvSpPr>
          <p:cNvPr id="20" name="bottom-band">
            <a:extLst xmlns:a="http://schemas.openxmlformats.org/drawingml/2006/main">
              <a:ext uri="{FF2B5EF4-FFF2-40B4-BE49-F238E27FC236}">
                <a16:creationId xmlns:a16="http://schemas.microsoft.com/office/drawing/2014/main" id="{C1F2889C-9E58-4BC5-BBB6-5D1FC633E7A1}"/>
              </a:ext>
            </a:extLst>
          </p:cNvPr>
          <p:cNvSpPr>
            <a:spLocks xmlns:a="http://schemas.openxmlformats.org/drawingml/2006/main" noGrp="1"/>
          </p:cNvSpPr>
          <p:nvPr/>
        </p:nvSpPr>
        <p:spPr>
          <a:xfrm xmlns:a="http://schemas.openxmlformats.org/drawingml/2006/main">
            <a:off x="1581150" y="5048250"/>
            <a:ext cx="9029700" cy="552450"/>
          </a:xfrm>
          <a:prstGeom xmlns:a="http://schemas.openxmlformats.org/drawingml/2006/main" prst="roundRect">
            <a:avLst>
              <a:gd name="adj" fmla="val 13793"/>
            </a:avLst>
          </a:prstGeom>
          <a:solidFill xmlns:a="http://schemas.openxmlformats.org/drawingml/2006/main">
            <a:srgbClr val="EAF1F8"/>
          </a:solidFill>
          <a:ln xmlns:a="http://schemas.openxmlformats.org/drawingml/2006/main" w="9525">
            <a:solidFill>
              <a:srgbClr val="EAF1F8"/>
            </a:solidFill>
            <a:prstDash val="solid"/>
          </a:ln>
        </p:spPr>
      </p:sp>
      <p:sp>
        <p:nvSpPr>
          <p:cNvPr id="21" name="bottom-message">
            <a:extLst xmlns:a="http://schemas.openxmlformats.org/drawingml/2006/main">
              <a:ext uri="{FF2B5EF4-FFF2-40B4-BE49-F238E27FC236}">
                <a16:creationId xmlns:a16="http://schemas.microsoft.com/office/drawing/2014/main" id="{54169658-9705-44A6-8B53-284BC971DCB3}"/>
              </a:ext>
            </a:extLst>
          </p:cNvPr>
          <p:cNvSpPr>
            <a:spLocks xmlns:a="http://schemas.openxmlformats.org/drawingml/2006/main" noGrp="1"/>
          </p:cNvSpPr>
          <p:nvPr/>
        </p:nvSpPr>
        <p:spPr>
          <a:xfrm xmlns:a="http://schemas.openxmlformats.org/drawingml/2006/main">
            <a:off x="1847850" y="5219700"/>
            <a:ext cx="8496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E3A5F"/>
                </a:solidFill>
                <a:latin typeface="Noto Sans CJK JP"/>
                <a:ea typeface="Noto Sans CJK JP"/>
                <a:cs typeface="Noto Sans CJK JP"/>
              </a:defRPr>
            </a:pPr>
            <a:r>
              <a:rPr sz="1350" b="1">
                <a:solidFill>
                  <a:srgbClr val="1E3A5F"/>
                </a:solidFill>
                <a:latin typeface="Noto Sans CJK JP"/>
                <a:ea typeface="Noto Sans CJK JP"/>
                <a:cs typeface="Noto Sans CJK JP"/>
              </a:rPr>
              <a:t>今回の分析で見えたのは、単発の候補者リストではなく、顧客管理・利用予測を仕組みにする必要性。</a:t>
            </a:r>
          </a:p>
        </p:txBody>
      </p:sp>
    </p:spTree>
    <p:extLst>
      <p:ext uri="{BB962C8B-B14F-4D97-AF65-F5344CB8AC3E}">
        <p14:creationId xmlns:p14="http://schemas.microsoft.com/office/powerpoint/2010/main" val="15597755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icon-circle">
            <a:extLst xmlns:a="http://schemas.openxmlformats.org/drawingml/2006/main">
              <a:ext uri="{FF2B5EF4-FFF2-40B4-BE49-F238E27FC236}">
                <a16:creationId xmlns:a16="http://schemas.microsoft.com/office/drawing/2014/main" id="{BE374ACD-D21A-45F9-B302-9A157BCF9FD0}"/>
              </a:ext>
            </a:extLst>
          </p:cNvPr>
          <p:cNvSpPr>
            <a:spLocks xmlns:a="http://schemas.openxmlformats.org/drawingml/2006/main" noGrp="1"/>
          </p:cNvSpPr>
          <p:nvPr/>
        </p:nvSpPr>
        <p:spPr>
          <a:xfrm xmlns:a="http://schemas.openxmlformats.org/drawingml/2006/main">
            <a:off x="819150" y="438150"/>
            <a:ext cx="514350" cy="514350"/>
          </a:xfrm>
          <a:prstGeom xmlns:a="http://schemas.openxmlformats.org/drawingml/2006/main" prst="ellipse">
            <a:avLst/>
          </a:prstGeom>
          <a:solidFill xmlns:a="http://schemas.openxmlformats.org/drawingml/2006/main">
            <a:srgbClr val="17375E"/>
          </a:solidFill>
          <a:ln xmlns:a="http://schemas.openxmlformats.org/drawingml/2006/main" w="9525">
            <a:solidFill>
              <a:srgbClr val="17375E"/>
            </a:solidFill>
            <a:prstDash val="solid"/>
          </a:ln>
        </p:spPr>
      </p:sp>
      <p:sp>
        <p:nvSpPr>
          <p:cNvPr id="2" name="icon-text">
            <a:extLst xmlns:a="http://schemas.openxmlformats.org/drawingml/2006/main">
              <a:ext uri="{FF2B5EF4-FFF2-40B4-BE49-F238E27FC236}">
                <a16:creationId xmlns:a16="http://schemas.microsoft.com/office/drawing/2014/main" id="{0CF4F307-1FF4-4024-B05E-C667FEF228F6}"/>
              </a:ext>
            </a:extLst>
          </p:cNvPr>
          <p:cNvSpPr>
            <a:spLocks xmlns:a="http://schemas.openxmlformats.org/drawingml/2006/main" noGrp="1"/>
          </p:cNvSpPr>
          <p:nvPr/>
        </p:nvSpPr>
        <p:spPr>
          <a:xfrm xmlns:a="http://schemas.openxmlformats.org/drawingml/2006/main">
            <a:off x="819150" y="530733"/>
            <a:ext cx="514350" cy="31889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39" b="1">
                <a:solidFill>
                  <a:srgbClr val="FFFFFF"/>
                </a:solidFill>
                <a:latin typeface="Noto Sans CJK JP"/>
                <a:ea typeface="Noto Sans CJK JP"/>
                <a:cs typeface="Noto Sans CJK JP"/>
              </a:defRPr>
            </a:pPr>
            <a:r>
              <a:rPr sz="1539" b="1">
                <a:solidFill>
                  <a:srgbClr val="FFFFFF"/>
                </a:solidFill>
                <a:latin typeface="Noto Sans CJK JP"/>
                <a:ea typeface="Noto Sans CJK JP"/>
                <a:cs typeface="Noto Sans CJK JP"/>
              </a:rPr>
              <a:t>⏱</a:t>
            </a:r>
          </a:p>
        </p:txBody>
      </p:sp>
      <p:sp>
        <p:nvSpPr>
          <p:cNvPr id="3" name="slide-label">
            <a:extLst xmlns:a="http://schemas.openxmlformats.org/drawingml/2006/main">
              <a:ext uri="{FF2B5EF4-FFF2-40B4-BE49-F238E27FC236}">
                <a16:creationId xmlns:a16="http://schemas.microsoft.com/office/drawing/2014/main" id="{18262D76-A8C0-49A4-A293-3274ABEBAF2E}"/>
              </a:ext>
            </a:extLst>
          </p:cNvPr>
          <p:cNvSpPr>
            <a:spLocks xmlns:a="http://schemas.openxmlformats.org/drawingml/2006/main" noGrp="1"/>
          </p:cNvSpPr>
          <p:nvPr/>
        </p:nvSpPr>
        <p:spPr>
          <a:xfrm xmlns:a="http://schemas.openxmlformats.org/drawingml/2006/main">
            <a:off x="1562100" y="5143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2C78B8"/>
                </a:solidFill>
                <a:latin typeface="Noto Sans CJK JP"/>
                <a:ea typeface="Noto Sans CJK JP"/>
                <a:cs typeface="Noto Sans CJK JP"/>
              </a:defRPr>
            </a:pPr>
            <a:r>
              <a:rPr sz="975" b="1">
                <a:solidFill>
                  <a:srgbClr val="2C78B8"/>
                </a:solidFill>
                <a:latin typeface="Noto Sans CJK JP"/>
                <a:ea typeface="Noto Sans CJK JP"/>
                <a:cs typeface="Noto Sans CJK JP"/>
              </a:rPr>
              <a:t>SLIDE 5 ｜ 制約</a:t>
            </a:r>
          </a:p>
        </p:txBody>
      </p:sp>
      <p:sp>
        <p:nvSpPr>
          <p:cNvPr id="4" name="slide-title">
            <a:extLst xmlns:a="http://schemas.openxmlformats.org/drawingml/2006/main">
              <a:ext uri="{FF2B5EF4-FFF2-40B4-BE49-F238E27FC236}">
                <a16:creationId xmlns:a16="http://schemas.microsoft.com/office/drawing/2014/main" id="{F26518DC-113F-455B-9B5C-929A4D8CF588}"/>
              </a:ext>
            </a:extLst>
          </p:cNvPr>
          <p:cNvSpPr>
            <a:spLocks xmlns:a="http://schemas.openxmlformats.org/drawingml/2006/main" noGrp="1"/>
          </p:cNvSpPr>
          <p:nvPr/>
        </p:nvSpPr>
        <p:spPr>
          <a:xfrm xmlns:a="http://schemas.openxmlformats.org/drawingml/2006/main">
            <a:off x="1562100" y="800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1B2A3A"/>
                </a:solidFill>
                <a:latin typeface="Noto Sans CJK JP"/>
                <a:ea typeface="Noto Sans CJK JP"/>
                <a:cs typeface="Noto Sans CJK JP"/>
              </a:defRPr>
            </a:pPr>
            <a:r>
              <a:rPr sz="2550" b="1">
                <a:solidFill>
                  <a:srgbClr val="1B2A3A"/>
                </a:solidFill>
                <a:latin typeface="Noto Sans CJK JP"/>
                <a:ea typeface="Noto Sans CJK JP"/>
                <a:cs typeface="Noto Sans CJK JP"/>
              </a:rPr>
              <a:t>解決策と今すぐの制約</a:t>
            </a:r>
          </a:p>
        </p:txBody>
      </p:sp>
      <p:sp>
        <p:nvSpPr>
          <p:cNvPr id="5" name="message-band">
            <a:extLst xmlns:a="http://schemas.openxmlformats.org/drawingml/2006/main">
              <a:ext uri="{FF2B5EF4-FFF2-40B4-BE49-F238E27FC236}">
                <a16:creationId xmlns:a16="http://schemas.microsoft.com/office/drawing/2014/main" id="{72A75A18-CAE3-409D-AD27-3DA59673B90E}"/>
              </a:ext>
            </a:extLst>
          </p:cNvPr>
          <p:cNvSpPr>
            <a:spLocks xmlns:a="http://schemas.openxmlformats.org/drawingml/2006/main" noGrp="1"/>
          </p:cNvSpPr>
          <p:nvPr/>
        </p:nvSpPr>
        <p:spPr>
          <a:xfrm xmlns:a="http://schemas.openxmlformats.org/drawingml/2006/main">
            <a:off x="819150" y="1485900"/>
            <a:ext cx="10553700" cy="571500"/>
          </a:xfrm>
          <a:prstGeom xmlns:a="http://schemas.openxmlformats.org/drawingml/2006/main" prst="roundRect">
            <a:avLst>
              <a:gd name="adj" fmla="val 13333"/>
            </a:avLst>
          </a:prstGeom>
          <a:solidFill xmlns:a="http://schemas.openxmlformats.org/drawingml/2006/main">
            <a:srgbClr val="EAF1F8"/>
          </a:solidFill>
          <a:ln xmlns:a="http://schemas.openxmlformats.org/drawingml/2006/main" w="9525">
            <a:solidFill>
              <a:srgbClr val="EAF1F8"/>
            </a:solidFill>
            <a:prstDash val="solid"/>
          </a:ln>
        </p:spPr>
      </p:sp>
      <p:sp>
        <p:nvSpPr>
          <p:cNvPr id="6" name="message-text">
            <a:extLst xmlns:a="http://schemas.openxmlformats.org/drawingml/2006/main">
              <a:ext uri="{FF2B5EF4-FFF2-40B4-BE49-F238E27FC236}">
                <a16:creationId xmlns:a16="http://schemas.microsoft.com/office/drawing/2014/main" id="{28C9BB5E-CA07-42B8-9617-F7719FEDA6F3}"/>
              </a:ext>
            </a:extLst>
          </p:cNvPr>
          <p:cNvSpPr>
            <a:spLocks xmlns:a="http://schemas.openxmlformats.org/drawingml/2006/main" noGrp="1"/>
          </p:cNvSpPr>
          <p:nvPr/>
        </p:nvSpPr>
        <p:spPr>
          <a:xfrm xmlns:a="http://schemas.openxmlformats.org/drawingml/2006/main">
            <a:off x="1123950" y="1657350"/>
            <a:ext cx="994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75" b="1">
                <a:solidFill>
                  <a:srgbClr val="1E3A5F"/>
                </a:solidFill>
                <a:latin typeface="Noto Sans CJK JP"/>
                <a:ea typeface="Noto Sans CJK JP"/>
                <a:cs typeface="Noto Sans CJK JP"/>
              </a:defRPr>
            </a:pPr>
            <a:r>
              <a:rPr sz="1275" b="1">
                <a:solidFill>
                  <a:srgbClr val="1E3A5F"/>
                </a:solidFill>
                <a:latin typeface="Noto Sans CJK JP"/>
                <a:ea typeface="Noto Sans CJK JP"/>
                <a:cs typeface="Noto Sans CJK JP"/>
              </a:rPr>
              <a:t>解決には顧客管理・利用予測の仕組み化が有効だが、担当者交代と引き継ぎが落ち着くまで本格実装は難しい。</a:t>
            </a:r>
          </a:p>
        </p:txBody>
      </p:sp>
      <p:sp>
        <p:nvSpPr>
          <p:cNvPr id="7" name="footer-left">
            <a:extLst xmlns:a="http://schemas.openxmlformats.org/drawingml/2006/main">
              <a:ext uri="{FF2B5EF4-FFF2-40B4-BE49-F238E27FC236}">
                <a16:creationId xmlns:a16="http://schemas.microsoft.com/office/drawing/2014/main" id="{B9B55324-2D41-4936-839D-95E4131E6C85}"/>
              </a:ext>
            </a:extLst>
          </p:cNvPr>
          <p:cNvSpPr>
            <a:spLocks xmlns:a="http://schemas.openxmlformats.org/drawingml/2006/main" noGrp="1"/>
          </p:cNvSpPr>
          <p:nvPr/>
        </p:nvSpPr>
        <p:spPr>
          <a:xfrm xmlns:a="http://schemas.openxmlformats.org/drawingml/2006/main">
            <a:off x="819150" y="64579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5E7589"/>
                </a:solidFill>
                <a:latin typeface="Noto Sans CJK JP"/>
                <a:ea typeface="Noto Sans CJK JP"/>
                <a:cs typeface="Noto Sans CJK JP"/>
              </a:defRPr>
            </a:pPr>
            <a:r>
              <a:rPr sz="750">
                <a:solidFill>
                  <a:srgbClr val="5E7589"/>
                </a:solidFill>
                <a:latin typeface="Noto Sans CJK JP"/>
                <a:ea typeface="Noto Sans CJK JP"/>
                <a:cs typeface="Noto Sans CJK JP"/>
              </a:rPr>
              <a:t>アルボース ｜ 利用率低下分析の報告</a:t>
            </a:r>
          </a:p>
        </p:txBody>
      </p:sp>
      <p:sp>
        <p:nvSpPr>
          <p:cNvPr id="8" name="footer-page">
            <a:extLst xmlns:a="http://schemas.openxmlformats.org/drawingml/2006/main">
              <a:ext uri="{FF2B5EF4-FFF2-40B4-BE49-F238E27FC236}">
                <a16:creationId xmlns:a16="http://schemas.microsoft.com/office/drawing/2014/main" id="{A6BA4A59-1910-43C2-9715-3DB052B1CE92}"/>
              </a:ext>
            </a:extLst>
          </p:cNvPr>
          <p:cNvSpPr>
            <a:spLocks xmlns:a="http://schemas.openxmlformats.org/drawingml/2006/main" noGrp="1"/>
          </p:cNvSpPr>
          <p:nvPr/>
        </p:nvSpPr>
        <p:spPr>
          <a:xfrm xmlns:a="http://schemas.openxmlformats.org/drawingml/2006/main">
            <a:off x="11049000" y="64579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a:solidFill>
                  <a:srgbClr val="5E7589"/>
                </a:solidFill>
                <a:latin typeface="Noto Sans CJK JP"/>
                <a:ea typeface="Noto Sans CJK JP"/>
                <a:cs typeface="Noto Sans CJK JP"/>
              </a:defRPr>
            </a:pPr>
            <a:r>
              <a:rPr sz="825">
                <a:solidFill>
                  <a:srgbClr val="5E7589"/>
                </a:solidFill>
                <a:latin typeface="Noto Sans CJK JP"/>
                <a:ea typeface="Noto Sans CJK JP"/>
                <a:cs typeface="Noto Sans CJK JP"/>
              </a:rPr>
              <a:t>5</a:t>
            </a:r>
          </a:p>
        </p:txBody>
      </p:sp>
      <p:sp>
        <p:nvSpPr>
          <p:cNvPr id="9" name="card">
            <a:extLst xmlns:a="http://schemas.openxmlformats.org/drawingml/2006/main">
              <a:ext uri="{FF2B5EF4-FFF2-40B4-BE49-F238E27FC236}">
                <a16:creationId xmlns:a16="http://schemas.microsoft.com/office/drawing/2014/main" id="{67FC6ECE-9FBC-4652-ABAD-57BD0CBFB425}"/>
              </a:ext>
            </a:extLst>
          </p:cNvPr>
          <p:cNvSpPr>
            <a:spLocks xmlns:a="http://schemas.openxmlformats.org/drawingml/2006/main" noGrp="1"/>
          </p:cNvSpPr>
          <p:nvPr/>
        </p:nvSpPr>
        <p:spPr>
          <a:xfrm xmlns:a="http://schemas.openxmlformats.org/drawingml/2006/main">
            <a:off x="819150" y="2400300"/>
            <a:ext cx="3200400" cy="2381250"/>
          </a:xfrm>
          <a:prstGeom xmlns:a="http://schemas.openxmlformats.org/drawingml/2006/main" prst="roundRect">
            <a:avLst>
              <a:gd name="adj" fmla="val 3200"/>
            </a:avLst>
          </a:prstGeom>
          <a:solidFill xmlns:a="http://schemas.openxmlformats.org/drawingml/2006/main">
            <a:srgbClr val="F4F8FC"/>
          </a:solidFill>
          <a:ln xmlns:a="http://schemas.openxmlformats.org/drawingml/2006/main" w="9525">
            <a:solidFill>
              <a:srgbClr val="D2DEEA"/>
            </a:solidFill>
            <a:prstDash val="solid"/>
          </a:ln>
        </p:spPr>
      </p:sp>
      <p:sp>
        <p:nvSpPr>
          <p:cNvPr id="10" name="icon-circle">
            <a:extLst xmlns:a="http://schemas.openxmlformats.org/drawingml/2006/main">
              <a:ext uri="{FF2B5EF4-FFF2-40B4-BE49-F238E27FC236}">
                <a16:creationId xmlns:a16="http://schemas.microsoft.com/office/drawing/2014/main" id="{34EBA312-DF47-4F73-A1B9-06C02E298C28}"/>
              </a:ext>
            </a:extLst>
          </p:cNvPr>
          <p:cNvSpPr>
            <a:spLocks xmlns:a="http://schemas.openxmlformats.org/drawingml/2006/main" noGrp="1"/>
          </p:cNvSpPr>
          <p:nvPr/>
        </p:nvSpPr>
        <p:spPr>
          <a:xfrm xmlns:a="http://schemas.openxmlformats.org/drawingml/2006/main">
            <a:off x="1047750" y="2628900"/>
            <a:ext cx="419100" cy="419100"/>
          </a:xfrm>
          <a:prstGeom xmlns:a="http://schemas.openxmlformats.org/drawingml/2006/main" prst="ellipse">
            <a:avLst/>
          </a:prstGeom>
          <a:solidFill xmlns:a="http://schemas.openxmlformats.org/drawingml/2006/main">
            <a:srgbClr val="2E7D6B"/>
          </a:solidFill>
          <a:ln xmlns:a="http://schemas.openxmlformats.org/drawingml/2006/main" w="9525">
            <a:solidFill>
              <a:srgbClr val="2E7D6B"/>
            </a:solidFill>
            <a:prstDash val="solid"/>
          </a:ln>
        </p:spPr>
      </p:sp>
      <p:sp>
        <p:nvSpPr>
          <p:cNvPr id="11" name="icon-text">
            <a:extLst xmlns:a="http://schemas.openxmlformats.org/drawingml/2006/main">
              <a:ext uri="{FF2B5EF4-FFF2-40B4-BE49-F238E27FC236}">
                <a16:creationId xmlns:a16="http://schemas.microsoft.com/office/drawing/2014/main" id="{168BA4D4-90AA-492F-98BF-6565C2B34CC8}"/>
              </a:ext>
            </a:extLst>
          </p:cNvPr>
          <p:cNvSpPr>
            <a:spLocks xmlns:a="http://schemas.openxmlformats.org/drawingml/2006/main" noGrp="1"/>
          </p:cNvSpPr>
          <p:nvPr/>
        </p:nvSpPr>
        <p:spPr>
          <a:xfrm xmlns:a="http://schemas.openxmlformats.org/drawingml/2006/main">
            <a:off x="1047750" y="270433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策</a:t>
            </a:r>
          </a:p>
        </p:txBody>
      </p:sp>
      <p:sp>
        <p:nvSpPr>
          <p:cNvPr id="12" name="card-title">
            <a:extLst xmlns:a="http://schemas.openxmlformats.org/drawingml/2006/main">
              <a:ext uri="{FF2B5EF4-FFF2-40B4-BE49-F238E27FC236}">
                <a16:creationId xmlns:a16="http://schemas.microsoft.com/office/drawing/2014/main" id="{33A1931B-F5E8-44BE-BB60-90EB0211CFCE}"/>
              </a:ext>
            </a:extLst>
          </p:cNvPr>
          <p:cNvSpPr>
            <a:spLocks xmlns:a="http://schemas.openxmlformats.org/drawingml/2006/main" noGrp="1"/>
          </p:cNvSpPr>
          <p:nvPr/>
        </p:nvSpPr>
        <p:spPr>
          <a:xfrm xmlns:a="http://schemas.openxmlformats.org/drawingml/2006/main">
            <a:off x="1619250" y="264795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解決策</a:t>
            </a:r>
          </a:p>
        </p:txBody>
      </p:sp>
      <p:sp>
        <p:nvSpPr>
          <p:cNvPr id="13" name="card-body">
            <a:extLst xmlns:a="http://schemas.openxmlformats.org/drawingml/2006/main">
              <a:ext uri="{FF2B5EF4-FFF2-40B4-BE49-F238E27FC236}">
                <a16:creationId xmlns:a16="http://schemas.microsoft.com/office/drawing/2014/main" id="{C9211F04-1A0C-4CCD-8099-CACE506754D3}"/>
              </a:ext>
            </a:extLst>
          </p:cNvPr>
          <p:cNvSpPr>
            <a:spLocks xmlns:a="http://schemas.openxmlformats.org/drawingml/2006/main" noGrp="1"/>
          </p:cNvSpPr>
          <p:nvPr/>
        </p:nvSpPr>
        <p:spPr>
          <a:xfrm xmlns:a="http://schemas.openxmlformats.org/drawingml/2006/main">
            <a:off x="1104900" y="3238500"/>
            <a:ext cx="26289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利用者履歴・接点・次回確認を管理できる仕組みを整える。</a:t>
            </a:r>
          </a:p>
        </p:txBody>
      </p:sp>
      <p:sp>
        <p:nvSpPr>
          <p:cNvPr id="14" name="card">
            <a:extLst xmlns:a="http://schemas.openxmlformats.org/drawingml/2006/main">
              <a:ext uri="{FF2B5EF4-FFF2-40B4-BE49-F238E27FC236}">
                <a16:creationId xmlns:a16="http://schemas.microsoft.com/office/drawing/2014/main" id="{934FB8E5-22CF-4AB9-A390-F2658156ADA6}"/>
              </a:ext>
            </a:extLst>
          </p:cNvPr>
          <p:cNvSpPr>
            <a:spLocks xmlns:a="http://schemas.openxmlformats.org/drawingml/2006/main" noGrp="1"/>
          </p:cNvSpPr>
          <p:nvPr/>
        </p:nvSpPr>
        <p:spPr>
          <a:xfrm xmlns:a="http://schemas.openxmlformats.org/drawingml/2006/main">
            <a:off x="4495800" y="2400300"/>
            <a:ext cx="3200400" cy="2381250"/>
          </a:xfrm>
          <a:prstGeom xmlns:a="http://schemas.openxmlformats.org/drawingml/2006/main" prst="roundRect">
            <a:avLst>
              <a:gd name="adj" fmla="val 3200"/>
            </a:avLst>
          </a:prstGeom>
          <a:solidFill xmlns:a="http://schemas.openxmlformats.org/drawingml/2006/main">
            <a:srgbClr val="F4F8FC"/>
          </a:solidFill>
          <a:ln xmlns:a="http://schemas.openxmlformats.org/drawingml/2006/main" w="9525">
            <a:solidFill>
              <a:srgbClr val="D2DEEA"/>
            </a:solidFill>
            <a:prstDash val="solid"/>
          </a:ln>
        </p:spPr>
      </p:sp>
      <p:sp>
        <p:nvSpPr>
          <p:cNvPr id="15" name="icon-circle">
            <a:extLst xmlns:a="http://schemas.openxmlformats.org/drawingml/2006/main">
              <a:ext uri="{FF2B5EF4-FFF2-40B4-BE49-F238E27FC236}">
                <a16:creationId xmlns:a16="http://schemas.microsoft.com/office/drawing/2014/main" id="{ECF309A7-1122-467F-8597-0A38DA3A66D2}"/>
              </a:ext>
            </a:extLst>
          </p:cNvPr>
          <p:cNvSpPr>
            <a:spLocks xmlns:a="http://schemas.openxmlformats.org/drawingml/2006/main" noGrp="1"/>
          </p:cNvSpPr>
          <p:nvPr/>
        </p:nvSpPr>
        <p:spPr>
          <a:xfrm xmlns:a="http://schemas.openxmlformats.org/drawingml/2006/main">
            <a:off x="4724400" y="2628900"/>
            <a:ext cx="419100" cy="419100"/>
          </a:xfrm>
          <a:prstGeom xmlns:a="http://schemas.openxmlformats.org/drawingml/2006/main" prst="ellipse">
            <a:avLst/>
          </a:prstGeom>
          <a:solidFill xmlns:a="http://schemas.openxmlformats.org/drawingml/2006/main">
            <a:srgbClr val="B7791F"/>
          </a:solidFill>
          <a:ln xmlns:a="http://schemas.openxmlformats.org/drawingml/2006/main" w="9525">
            <a:solidFill>
              <a:srgbClr val="B7791F"/>
            </a:solidFill>
            <a:prstDash val="solid"/>
          </a:ln>
        </p:spPr>
      </p:sp>
      <p:sp>
        <p:nvSpPr>
          <p:cNvPr id="16" name="icon-text">
            <a:extLst xmlns:a="http://schemas.openxmlformats.org/drawingml/2006/main">
              <a:ext uri="{FF2B5EF4-FFF2-40B4-BE49-F238E27FC236}">
                <a16:creationId xmlns:a16="http://schemas.microsoft.com/office/drawing/2014/main" id="{80EDE1B8-1B45-4883-B481-33808C04FFB2}"/>
              </a:ext>
            </a:extLst>
          </p:cNvPr>
          <p:cNvSpPr>
            <a:spLocks xmlns:a="http://schemas.openxmlformats.org/drawingml/2006/main" noGrp="1"/>
          </p:cNvSpPr>
          <p:nvPr/>
        </p:nvSpPr>
        <p:spPr>
          <a:xfrm xmlns:a="http://schemas.openxmlformats.org/drawingml/2006/main">
            <a:off x="4724400" y="270433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待</a:t>
            </a:r>
          </a:p>
        </p:txBody>
      </p:sp>
      <p:sp>
        <p:nvSpPr>
          <p:cNvPr id="17" name="card-title">
            <a:extLst xmlns:a="http://schemas.openxmlformats.org/drawingml/2006/main">
              <a:ext uri="{FF2B5EF4-FFF2-40B4-BE49-F238E27FC236}">
                <a16:creationId xmlns:a16="http://schemas.microsoft.com/office/drawing/2014/main" id="{9654A1C5-D634-48CB-A263-B69C3EAC9F71}"/>
              </a:ext>
            </a:extLst>
          </p:cNvPr>
          <p:cNvSpPr>
            <a:spLocks xmlns:a="http://schemas.openxmlformats.org/drawingml/2006/main" noGrp="1"/>
          </p:cNvSpPr>
          <p:nvPr/>
        </p:nvSpPr>
        <p:spPr>
          <a:xfrm xmlns:a="http://schemas.openxmlformats.org/drawingml/2006/main">
            <a:off x="5295900" y="264795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今の制約</a:t>
            </a:r>
          </a:p>
        </p:txBody>
      </p:sp>
      <p:sp>
        <p:nvSpPr>
          <p:cNvPr id="18" name="card-body">
            <a:extLst xmlns:a="http://schemas.openxmlformats.org/drawingml/2006/main">
              <a:ext uri="{FF2B5EF4-FFF2-40B4-BE49-F238E27FC236}">
                <a16:creationId xmlns:a16="http://schemas.microsoft.com/office/drawing/2014/main" id="{2BC6EE3B-360A-48DA-BCFA-7CAB81EF8F84}"/>
              </a:ext>
            </a:extLst>
          </p:cNvPr>
          <p:cNvSpPr>
            <a:spLocks xmlns:a="http://schemas.openxmlformats.org/drawingml/2006/main" noGrp="1"/>
          </p:cNvSpPr>
          <p:nvPr/>
        </p:nvSpPr>
        <p:spPr>
          <a:xfrm xmlns:a="http://schemas.openxmlformats.org/drawingml/2006/main">
            <a:off x="4781550" y="3238500"/>
            <a:ext cx="26289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担当者交代と引き継ぎ業務があり、現場に大きな運用変更を入れにくい。</a:t>
            </a:r>
          </a:p>
        </p:txBody>
      </p:sp>
      <p:sp>
        <p:nvSpPr>
          <p:cNvPr id="19" name="card">
            <a:extLst xmlns:a="http://schemas.openxmlformats.org/drawingml/2006/main">
              <a:ext uri="{FF2B5EF4-FFF2-40B4-BE49-F238E27FC236}">
                <a16:creationId xmlns:a16="http://schemas.microsoft.com/office/drawing/2014/main" id="{C099ECF1-1145-473E-AA00-C5C9CD1983DB}"/>
              </a:ext>
            </a:extLst>
          </p:cNvPr>
          <p:cNvSpPr>
            <a:spLocks xmlns:a="http://schemas.openxmlformats.org/drawingml/2006/main" noGrp="1"/>
          </p:cNvSpPr>
          <p:nvPr/>
        </p:nvSpPr>
        <p:spPr>
          <a:xfrm xmlns:a="http://schemas.openxmlformats.org/drawingml/2006/main">
            <a:off x="8172450" y="2400300"/>
            <a:ext cx="3200400" cy="2381250"/>
          </a:xfrm>
          <a:prstGeom xmlns:a="http://schemas.openxmlformats.org/drawingml/2006/main" prst="roundRect">
            <a:avLst>
              <a:gd name="adj" fmla="val 3200"/>
            </a:avLst>
          </a:prstGeom>
          <a:solidFill xmlns:a="http://schemas.openxmlformats.org/drawingml/2006/main">
            <a:srgbClr val="F4F8FC"/>
          </a:solidFill>
          <a:ln xmlns:a="http://schemas.openxmlformats.org/drawingml/2006/main" w="9525">
            <a:solidFill>
              <a:srgbClr val="D2DEEA"/>
            </a:solidFill>
            <a:prstDash val="solid"/>
          </a:ln>
        </p:spPr>
      </p:sp>
      <p:sp>
        <p:nvSpPr>
          <p:cNvPr id="20" name="icon-circle">
            <a:extLst xmlns:a="http://schemas.openxmlformats.org/drawingml/2006/main">
              <a:ext uri="{FF2B5EF4-FFF2-40B4-BE49-F238E27FC236}">
                <a16:creationId xmlns:a16="http://schemas.microsoft.com/office/drawing/2014/main" id="{DA947724-51E1-4BEF-A407-F6FDAC24E7AF}"/>
              </a:ext>
            </a:extLst>
          </p:cNvPr>
          <p:cNvSpPr>
            <a:spLocks xmlns:a="http://schemas.openxmlformats.org/drawingml/2006/main" noGrp="1"/>
          </p:cNvSpPr>
          <p:nvPr/>
        </p:nvSpPr>
        <p:spPr>
          <a:xfrm xmlns:a="http://schemas.openxmlformats.org/drawingml/2006/main">
            <a:off x="8401050" y="2628900"/>
            <a:ext cx="419100" cy="419100"/>
          </a:xfrm>
          <a:prstGeom xmlns:a="http://schemas.openxmlformats.org/drawingml/2006/main" prst="ellipse">
            <a:avLst/>
          </a:prstGeom>
          <a:solidFill xmlns:a="http://schemas.openxmlformats.org/drawingml/2006/main">
            <a:srgbClr val="17375E"/>
          </a:solidFill>
          <a:ln xmlns:a="http://schemas.openxmlformats.org/drawingml/2006/main" w="9525">
            <a:solidFill>
              <a:srgbClr val="17375E"/>
            </a:solidFill>
            <a:prstDash val="solid"/>
          </a:ln>
        </p:spPr>
      </p:sp>
      <p:sp>
        <p:nvSpPr>
          <p:cNvPr id="21" name="icon-text">
            <a:extLst xmlns:a="http://schemas.openxmlformats.org/drawingml/2006/main">
              <a:ext uri="{FF2B5EF4-FFF2-40B4-BE49-F238E27FC236}">
                <a16:creationId xmlns:a16="http://schemas.microsoft.com/office/drawing/2014/main" id="{30440E51-5307-4C5C-A6E9-396E8A33F991}"/>
              </a:ext>
            </a:extLst>
          </p:cNvPr>
          <p:cNvSpPr>
            <a:spLocks xmlns:a="http://schemas.openxmlformats.org/drawingml/2006/main" noGrp="1"/>
          </p:cNvSpPr>
          <p:nvPr/>
        </p:nvSpPr>
        <p:spPr>
          <a:xfrm xmlns:a="http://schemas.openxmlformats.org/drawingml/2006/main">
            <a:off x="8401050" y="270433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2</a:t>
            </a:r>
          </a:p>
        </p:txBody>
      </p:sp>
      <p:sp>
        <p:nvSpPr>
          <p:cNvPr id="22" name="card-title">
            <a:extLst xmlns:a="http://schemas.openxmlformats.org/drawingml/2006/main">
              <a:ext uri="{FF2B5EF4-FFF2-40B4-BE49-F238E27FC236}">
                <a16:creationId xmlns:a16="http://schemas.microsoft.com/office/drawing/2014/main" id="{69349AD8-5299-4425-903A-398B5D5E1A41}"/>
              </a:ext>
            </a:extLst>
          </p:cNvPr>
          <p:cNvSpPr>
            <a:spLocks xmlns:a="http://schemas.openxmlformats.org/drawingml/2006/main" noGrp="1"/>
          </p:cNvSpPr>
          <p:nvPr/>
        </p:nvSpPr>
        <p:spPr>
          <a:xfrm xmlns:a="http://schemas.openxmlformats.org/drawingml/2006/main">
            <a:off x="8972550" y="2647950"/>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判断</a:t>
            </a:r>
          </a:p>
        </p:txBody>
      </p:sp>
      <p:sp>
        <p:nvSpPr>
          <p:cNvPr id="23" name="card-body">
            <a:extLst xmlns:a="http://schemas.openxmlformats.org/drawingml/2006/main">
              <a:ext uri="{FF2B5EF4-FFF2-40B4-BE49-F238E27FC236}">
                <a16:creationId xmlns:a16="http://schemas.microsoft.com/office/drawing/2014/main" id="{3C025A00-A393-4F5B-AEA6-B2BBCDC3B27A}"/>
              </a:ext>
            </a:extLst>
          </p:cNvPr>
          <p:cNvSpPr>
            <a:spLocks xmlns:a="http://schemas.openxmlformats.org/drawingml/2006/main" noGrp="1"/>
          </p:cNvSpPr>
          <p:nvPr/>
        </p:nvSpPr>
        <p:spPr>
          <a:xfrm xmlns:a="http://schemas.openxmlformats.org/drawingml/2006/main">
            <a:off x="8458200" y="3238500"/>
            <a:ext cx="26289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本格導入は急がず、約2か月後を目安に準備してから進める。</a:t>
            </a:r>
          </a:p>
        </p:txBody>
      </p:sp>
      <p:sp>
        <p:nvSpPr>
          <p:cNvPr id="24" name="caution">
            <a:extLst xmlns:a="http://schemas.openxmlformats.org/drawingml/2006/main">
              <a:ext uri="{FF2B5EF4-FFF2-40B4-BE49-F238E27FC236}">
                <a16:creationId xmlns:a16="http://schemas.microsoft.com/office/drawing/2014/main" id="{D6C91F64-B7CA-4317-B064-FCB5D25B8FAE}"/>
              </a:ext>
            </a:extLst>
          </p:cNvPr>
          <p:cNvSpPr>
            <a:spLocks xmlns:a="http://schemas.openxmlformats.org/drawingml/2006/main" noGrp="1"/>
          </p:cNvSpPr>
          <p:nvPr/>
        </p:nvSpPr>
        <p:spPr>
          <a:xfrm xmlns:a="http://schemas.openxmlformats.org/drawingml/2006/main">
            <a:off x="1333500" y="5124450"/>
            <a:ext cx="9525000" cy="552450"/>
          </a:xfrm>
          <a:prstGeom xmlns:a="http://schemas.openxmlformats.org/drawingml/2006/main" prst="roundRect">
            <a:avLst>
              <a:gd name="adj" fmla="val 13793"/>
            </a:avLst>
          </a:prstGeom>
          <a:solidFill xmlns:a="http://schemas.openxmlformats.org/drawingml/2006/main">
            <a:srgbClr val="F8FBFE"/>
          </a:solidFill>
          <a:ln xmlns:a="http://schemas.openxmlformats.org/drawingml/2006/main" w="9525">
            <a:solidFill>
              <a:srgbClr val="D2DEEA"/>
            </a:solidFill>
            <a:prstDash val="solid"/>
          </a:ln>
        </p:spPr>
      </p:sp>
      <p:sp>
        <p:nvSpPr>
          <p:cNvPr id="25" name="caution-text">
            <a:extLst xmlns:a="http://schemas.openxmlformats.org/drawingml/2006/main">
              <a:ext uri="{FF2B5EF4-FFF2-40B4-BE49-F238E27FC236}">
                <a16:creationId xmlns:a16="http://schemas.microsoft.com/office/drawing/2014/main" id="{FBAE975B-C303-4D4A-9660-6F9F831A0BF8}"/>
              </a:ext>
            </a:extLst>
          </p:cNvPr>
          <p:cNvSpPr>
            <a:spLocks xmlns:a="http://schemas.openxmlformats.org/drawingml/2006/main" noGrp="1"/>
          </p:cNvSpPr>
          <p:nvPr/>
        </p:nvSpPr>
        <p:spPr>
          <a:xfrm xmlns:a="http://schemas.openxmlformats.org/drawingml/2006/main">
            <a:off x="1638300" y="5295900"/>
            <a:ext cx="891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E3A5F"/>
                </a:solidFill>
                <a:latin typeface="Noto Sans CJK JP"/>
                <a:ea typeface="Noto Sans CJK JP"/>
                <a:cs typeface="Noto Sans CJK JP"/>
              </a:defRPr>
            </a:pPr>
            <a:r>
              <a:rPr sz="1350" b="1">
                <a:solidFill>
                  <a:srgbClr val="1E3A5F"/>
                </a:solidFill>
                <a:latin typeface="Noto Sans CJK JP"/>
                <a:ea typeface="Noto Sans CJK JP"/>
                <a:cs typeface="Noto Sans CJK JP"/>
              </a:rPr>
              <a:t>止めるのはDX活動ではなく、顧客管理・利用予測の本格導入。今は準備期間として扱う。</a:t>
            </a:r>
          </a:p>
        </p:txBody>
      </p:sp>
    </p:spTree>
    <p:extLst>
      <p:ext uri="{BB962C8B-B14F-4D97-AF65-F5344CB8AC3E}">
        <p14:creationId xmlns:p14="http://schemas.microsoft.com/office/powerpoint/2010/main" val="19306828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icon-circle">
            <a:extLst xmlns:a="http://schemas.openxmlformats.org/drawingml/2006/main">
              <a:ext uri="{FF2B5EF4-FFF2-40B4-BE49-F238E27FC236}">
                <a16:creationId xmlns:a16="http://schemas.microsoft.com/office/drawing/2014/main" id="{19F0AB4B-0916-400E-952A-0E24F77B3145}"/>
              </a:ext>
            </a:extLst>
          </p:cNvPr>
          <p:cNvSpPr>
            <a:spLocks xmlns:a="http://schemas.openxmlformats.org/drawingml/2006/main" noGrp="1"/>
          </p:cNvSpPr>
          <p:nvPr/>
        </p:nvSpPr>
        <p:spPr>
          <a:xfrm xmlns:a="http://schemas.openxmlformats.org/drawingml/2006/main">
            <a:off x="819150" y="438150"/>
            <a:ext cx="514350" cy="514350"/>
          </a:xfrm>
          <a:prstGeom xmlns:a="http://schemas.openxmlformats.org/drawingml/2006/main" prst="ellipse">
            <a:avLst/>
          </a:prstGeom>
          <a:solidFill xmlns:a="http://schemas.openxmlformats.org/drawingml/2006/main">
            <a:srgbClr val="17375E"/>
          </a:solidFill>
          <a:ln xmlns:a="http://schemas.openxmlformats.org/drawingml/2006/main" w="9525">
            <a:solidFill>
              <a:srgbClr val="17375E"/>
            </a:solidFill>
            <a:prstDash val="solid"/>
          </a:ln>
        </p:spPr>
      </p:sp>
      <p:sp>
        <p:nvSpPr>
          <p:cNvPr id="2" name="icon-text">
            <a:extLst xmlns:a="http://schemas.openxmlformats.org/drawingml/2006/main">
              <a:ext uri="{FF2B5EF4-FFF2-40B4-BE49-F238E27FC236}">
                <a16:creationId xmlns:a16="http://schemas.microsoft.com/office/drawing/2014/main" id="{2047D6CC-7FB8-47C2-B0E2-CD931DC1B947}"/>
              </a:ext>
            </a:extLst>
          </p:cNvPr>
          <p:cNvSpPr>
            <a:spLocks xmlns:a="http://schemas.openxmlformats.org/drawingml/2006/main" noGrp="1"/>
          </p:cNvSpPr>
          <p:nvPr/>
        </p:nvSpPr>
        <p:spPr>
          <a:xfrm xmlns:a="http://schemas.openxmlformats.org/drawingml/2006/main">
            <a:off x="819150" y="530733"/>
            <a:ext cx="514350" cy="31889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39" b="1">
                <a:solidFill>
                  <a:srgbClr val="FFFFFF"/>
                </a:solidFill>
                <a:latin typeface="Noto Sans CJK JP"/>
                <a:ea typeface="Noto Sans CJK JP"/>
                <a:cs typeface="Noto Sans CJK JP"/>
              </a:defRPr>
            </a:pPr>
            <a:r>
              <a:rPr sz="1539" b="1">
                <a:solidFill>
                  <a:srgbClr val="FFFFFF"/>
                </a:solidFill>
                <a:latin typeface="Noto Sans CJK JP"/>
                <a:ea typeface="Noto Sans CJK JP"/>
                <a:cs typeface="Noto Sans CJK JP"/>
              </a:rPr>
              <a:t>Ⅱ</a:t>
            </a:r>
          </a:p>
        </p:txBody>
      </p:sp>
      <p:sp>
        <p:nvSpPr>
          <p:cNvPr id="3" name="slide-label">
            <a:extLst xmlns:a="http://schemas.openxmlformats.org/drawingml/2006/main">
              <a:ext uri="{FF2B5EF4-FFF2-40B4-BE49-F238E27FC236}">
                <a16:creationId xmlns:a16="http://schemas.microsoft.com/office/drawing/2014/main" id="{81E772B2-92F9-41B1-82E6-88661CEAC2FD}"/>
              </a:ext>
            </a:extLst>
          </p:cNvPr>
          <p:cNvSpPr>
            <a:spLocks xmlns:a="http://schemas.openxmlformats.org/drawingml/2006/main" noGrp="1"/>
          </p:cNvSpPr>
          <p:nvPr/>
        </p:nvSpPr>
        <p:spPr>
          <a:xfrm xmlns:a="http://schemas.openxmlformats.org/drawingml/2006/main">
            <a:off x="1562100" y="5143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2C78B8"/>
                </a:solidFill>
                <a:latin typeface="Noto Sans CJK JP"/>
                <a:ea typeface="Noto Sans CJK JP"/>
                <a:cs typeface="Noto Sans CJK JP"/>
              </a:defRPr>
            </a:pPr>
            <a:r>
              <a:rPr sz="975" b="1">
                <a:solidFill>
                  <a:srgbClr val="2C78B8"/>
                </a:solidFill>
                <a:latin typeface="Noto Sans CJK JP"/>
                <a:ea typeface="Noto Sans CJK JP"/>
                <a:cs typeface="Noto Sans CJK JP"/>
              </a:rPr>
              <a:t>SLIDE 6 ｜ 準備</a:t>
            </a:r>
          </a:p>
        </p:txBody>
      </p:sp>
      <p:sp>
        <p:nvSpPr>
          <p:cNvPr id="4" name="slide-title">
            <a:extLst xmlns:a="http://schemas.openxmlformats.org/drawingml/2006/main">
              <a:ext uri="{FF2B5EF4-FFF2-40B4-BE49-F238E27FC236}">
                <a16:creationId xmlns:a16="http://schemas.microsoft.com/office/drawing/2014/main" id="{EEE2D45E-7A07-4EC9-B9A4-E0216ED996C9}"/>
              </a:ext>
            </a:extLst>
          </p:cNvPr>
          <p:cNvSpPr>
            <a:spLocks xmlns:a="http://schemas.openxmlformats.org/drawingml/2006/main" noGrp="1"/>
          </p:cNvSpPr>
          <p:nvPr/>
        </p:nvSpPr>
        <p:spPr>
          <a:xfrm xmlns:a="http://schemas.openxmlformats.org/drawingml/2006/main">
            <a:off x="1562100" y="800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1B2A3A"/>
                </a:solidFill>
                <a:latin typeface="Noto Sans CJK JP"/>
                <a:ea typeface="Noto Sans CJK JP"/>
                <a:cs typeface="Noto Sans CJK JP"/>
              </a:defRPr>
            </a:pPr>
            <a:r>
              <a:rPr sz="2550" b="1">
                <a:solidFill>
                  <a:srgbClr val="1B2A3A"/>
                </a:solidFill>
                <a:latin typeface="Noto Sans CJK JP"/>
                <a:ea typeface="Noto Sans CJK JP"/>
                <a:cs typeface="Noto Sans CJK JP"/>
              </a:rPr>
              <a:t>一旦止めて、準備すること</a:t>
            </a:r>
          </a:p>
        </p:txBody>
      </p:sp>
      <p:sp>
        <p:nvSpPr>
          <p:cNvPr id="5" name="message-band">
            <a:extLst xmlns:a="http://schemas.openxmlformats.org/drawingml/2006/main">
              <a:ext uri="{FF2B5EF4-FFF2-40B4-BE49-F238E27FC236}">
                <a16:creationId xmlns:a16="http://schemas.microsoft.com/office/drawing/2014/main" id="{C9F27498-8684-406B-BE14-3FFD9CFC9382}"/>
              </a:ext>
            </a:extLst>
          </p:cNvPr>
          <p:cNvSpPr>
            <a:spLocks xmlns:a="http://schemas.openxmlformats.org/drawingml/2006/main" noGrp="1"/>
          </p:cNvSpPr>
          <p:nvPr/>
        </p:nvSpPr>
        <p:spPr>
          <a:xfrm xmlns:a="http://schemas.openxmlformats.org/drawingml/2006/main">
            <a:off x="819150" y="1485900"/>
            <a:ext cx="10553700" cy="571500"/>
          </a:xfrm>
          <a:prstGeom xmlns:a="http://schemas.openxmlformats.org/drawingml/2006/main" prst="roundRect">
            <a:avLst>
              <a:gd name="adj" fmla="val 13333"/>
            </a:avLst>
          </a:prstGeom>
          <a:solidFill xmlns:a="http://schemas.openxmlformats.org/drawingml/2006/main">
            <a:srgbClr val="EAF1F8"/>
          </a:solidFill>
          <a:ln xmlns:a="http://schemas.openxmlformats.org/drawingml/2006/main" w="9525">
            <a:solidFill>
              <a:srgbClr val="EAF1F8"/>
            </a:solidFill>
            <a:prstDash val="solid"/>
          </a:ln>
        </p:spPr>
      </p:sp>
      <p:sp>
        <p:nvSpPr>
          <p:cNvPr id="6" name="message-text">
            <a:extLst xmlns:a="http://schemas.openxmlformats.org/drawingml/2006/main">
              <a:ext uri="{FF2B5EF4-FFF2-40B4-BE49-F238E27FC236}">
                <a16:creationId xmlns:a16="http://schemas.microsoft.com/office/drawing/2014/main" id="{B2BE3048-C221-46BE-8933-A27D89855896}"/>
              </a:ext>
            </a:extLst>
          </p:cNvPr>
          <p:cNvSpPr>
            <a:spLocks xmlns:a="http://schemas.openxmlformats.org/drawingml/2006/main" noGrp="1"/>
          </p:cNvSpPr>
          <p:nvPr/>
        </p:nvSpPr>
        <p:spPr>
          <a:xfrm xmlns:a="http://schemas.openxmlformats.org/drawingml/2006/main">
            <a:off x="1123950" y="1657350"/>
            <a:ext cx="994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75" b="1">
                <a:solidFill>
                  <a:srgbClr val="1E3A5F"/>
                </a:solidFill>
                <a:latin typeface="Noto Sans CJK JP"/>
                <a:ea typeface="Noto Sans CJK JP"/>
                <a:cs typeface="Noto Sans CJK JP"/>
              </a:defRPr>
            </a:pPr>
            <a:r>
              <a:rPr sz="1275" b="1">
                <a:solidFill>
                  <a:srgbClr val="1E3A5F"/>
                </a:solidFill>
                <a:latin typeface="Noto Sans CJK JP"/>
                <a:ea typeface="Noto Sans CJK JP"/>
                <a:cs typeface="Noto Sans CJK JP"/>
              </a:rPr>
              <a:t>本格導入は約2か月後を目安に置き、今は導入に必要な項目・運用・ルールを整理する。</a:t>
            </a:r>
          </a:p>
        </p:txBody>
      </p:sp>
      <p:sp>
        <p:nvSpPr>
          <p:cNvPr id="7" name="footer-left">
            <a:extLst xmlns:a="http://schemas.openxmlformats.org/drawingml/2006/main">
              <a:ext uri="{FF2B5EF4-FFF2-40B4-BE49-F238E27FC236}">
                <a16:creationId xmlns:a16="http://schemas.microsoft.com/office/drawing/2014/main" id="{D80D4C76-0592-4A5F-81AE-234C8A4BECDE}"/>
              </a:ext>
            </a:extLst>
          </p:cNvPr>
          <p:cNvSpPr>
            <a:spLocks xmlns:a="http://schemas.openxmlformats.org/drawingml/2006/main" noGrp="1"/>
          </p:cNvSpPr>
          <p:nvPr/>
        </p:nvSpPr>
        <p:spPr>
          <a:xfrm xmlns:a="http://schemas.openxmlformats.org/drawingml/2006/main">
            <a:off x="819150" y="64579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5E7589"/>
                </a:solidFill>
                <a:latin typeface="Noto Sans CJK JP"/>
                <a:ea typeface="Noto Sans CJK JP"/>
                <a:cs typeface="Noto Sans CJK JP"/>
              </a:defRPr>
            </a:pPr>
            <a:r>
              <a:rPr sz="750">
                <a:solidFill>
                  <a:srgbClr val="5E7589"/>
                </a:solidFill>
                <a:latin typeface="Noto Sans CJK JP"/>
                <a:ea typeface="Noto Sans CJK JP"/>
                <a:cs typeface="Noto Sans CJK JP"/>
              </a:rPr>
              <a:t>アルボース ｜ 利用率低下分析の報告</a:t>
            </a:r>
          </a:p>
        </p:txBody>
      </p:sp>
      <p:sp>
        <p:nvSpPr>
          <p:cNvPr id="8" name="footer-page">
            <a:extLst xmlns:a="http://schemas.openxmlformats.org/drawingml/2006/main">
              <a:ext uri="{FF2B5EF4-FFF2-40B4-BE49-F238E27FC236}">
                <a16:creationId xmlns:a16="http://schemas.microsoft.com/office/drawing/2014/main" id="{7761A7E2-025A-4B72-8457-CC8629837AAA}"/>
              </a:ext>
            </a:extLst>
          </p:cNvPr>
          <p:cNvSpPr>
            <a:spLocks xmlns:a="http://schemas.openxmlformats.org/drawingml/2006/main" noGrp="1"/>
          </p:cNvSpPr>
          <p:nvPr/>
        </p:nvSpPr>
        <p:spPr>
          <a:xfrm xmlns:a="http://schemas.openxmlformats.org/drawingml/2006/main">
            <a:off x="11049000" y="64579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a:solidFill>
                  <a:srgbClr val="5E7589"/>
                </a:solidFill>
                <a:latin typeface="Noto Sans CJK JP"/>
                <a:ea typeface="Noto Sans CJK JP"/>
                <a:cs typeface="Noto Sans CJK JP"/>
              </a:defRPr>
            </a:pPr>
            <a:r>
              <a:rPr sz="825">
                <a:solidFill>
                  <a:srgbClr val="5E7589"/>
                </a:solidFill>
                <a:latin typeface="Noto Sans CJK JP"/>
                <a:ea typeface="Noto Sans CJK JP"/>
                <a:cs typeface="Noto Sans CJK JP"/>
              </a:rPr>
              <a:t>6</a:t>
            </a:r>
          </a:p>
        </p:txBody>
      </p:sp>
      <p:sp>
        <p:nvSpPr>
          <p:cNvPr id="9" name="card">
            <a:extLst xmlns:a="http://schemas.openxmlformats.org/drawingml/2006/main">
              <a:ext uri="{FF2B5EF4-FFF2-40B4-BE49-F238E27FC236}">
                <a16:creationId xmlns:a16="http://schemas.microsoft.com/office/drawing/2014/main" id="{E8F7EB0B-EDE3-4C93-945B-872C819F29E0}"/>
              </a:ext>
            </a:extLst>
          </p:cNvPr>
          <p:cNvSpPr>
            <a:spLocks xmlns:a="http://schemas.openxmlformats.org/drawingml/2006/main" noGrp="1"/>
          </p:cNvSpPr>
          <p:nvPr/>
        </p:nvSpPr>
        <p:spPr>
          <a:xfrm xmlns:a="http://schemas.openxmlformats.org/drawingml/2006/main">
            <a:off x="1009650" y="2571750"/>
            <a:ext cx="2857500" cy="2095500"/>
          </a:xfrm>
          <a:prstGeom xmlns:a="http://schemas.openxmlformats.org/drawingml/2006/main" prst="roundRect">
            <a:avLst>
              <a:gd name="adj" fmla="val 3636"/>
            </a:avLst>
          </a:prstGeom>
          <a:solidFill xmlns:a="http://schemas.openxmlformats.org/drawingml/2006/main">
            <a:srgbClr val="F4F8FC"/>
          </a:solidFill>
          <a:ln xmlns:a="http://schemas.openxmlformats.org/drawingml/2006/main" w="9525">
            <a:solidFill>
              <a:srgbClr val="D2DEEA"/>
            </a:solidFill>
            <a:prstDash val="solid"/>
          </a:ln>
        </p:spPr>
      </p:sp>
      <p:sp>
        <p:nvSpPr>
          <p:cNvPr id="10" name="icon-circle">
            <a:extLst xmlns:a="http://schemas.openxmlformats.org/drawingml/2006/main">
              <a:ext uri="{FF2B5EF4-FFF2-40B4-BE49-F238E27FC236}">
                <a16:creationId xmlns:a16="http://schemas.microsoft.com/office/drawing/2014/main" id="{415602C2-0C57-4B55-AD46-4CF23D0B7D7F}"/>
              </a:ext>
            </a:extLst>
          </p:cNvPr>
          <p:cNvSpPr>
            <a:spLocks xmlns:a="http://schemas.openxmlformats.org/drawingml/2006/main" noGrp="1"/>
          </p:cNvSpPr>
          <p:nvPr/>
        </p:nvSpPr>
        <p:spPr>
          <a:xfrm xmlns:a="http://schemas.openxmlformats.org/drawingml/2006/main">
            <a:off x="1238250" y="2800350"/>
            <a:ext cx="419100" cy="419100"/>
          </a:xfrm>
          <a:prstGeom xmlns:a="http://schemas.openxmlformats.org/drawingml/2006/main" prst="ellipse">
            <a:avLst/>
          </a:prstGeom>
          <a:solidFill xmlns:a="http://schemas.openxmlformats.org/drawingml/2006/main">
            <a:srgbClr val="17375E"/>
          </a:solidFill>
          <a:ln xmlns:a="http://schemas.openxmlformats.org/drawingml/2006/main" w="9525">
            <a:solidFill>
              <a:srgbClr val="17375E"/>
            </a:solidFill>
            <a:prstDash val="solid"/>
          </a:ln>
        </p:spPr>
      </p:sp>
      <p:sp>
        <p:nvSpPr>
          <p:cNvPr id="11" name="icon-text">
            <a:extLst xmlns:a="http://schemas.openxmlformats.org/drawingml/2006/main">
              <a:ext uri="{FF2B5EF4-FFF2-40B4-BE49-F238E27FC236}">
                <a16:creationId xmlns:a16="http://schemas.microsoft.com/office/drawing/2014/main" id="{5368BB02-E538-414B-A787-BB5A7541E48E}"/>
              </a:ext>
            </a:extLst>
          </p:cNvPr>
          <p:cNvSpPr>
            <a:spLocks xmlns:a="http://schemas.openxmlformats.org/drawingml/2006/main" noGrp="1"/>
          </p:cNvSpPr>
          <p:nvPr/>
        </p:nvSpPr>
        <p:spPr>
          <a:xfrm xmlns:a="http://schemas.openxmlformats.org/drawingml/2006/main">
            <a:off x="1238250" y="287578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1</a:t>
            </a:r>
          </a:p>
        </p:txBody>
      </p:sp>
      <p:sp>
        <p:nvSpPr>
          <p:cNvPr id="12" name="card-title">
            <a:extLst xmlns:a="http://schemas.openxmlformats.org/drawingml/2006/main">
              <a:ext uri="{FF2B5EF4-FFF2-40B4-BE49-F238E27FC236}">
                <a16:creationId xmlns:a16="http://schemas.microsoft.com/office/drawing/2014/main" id="{13E73003-F702-48E5-89F1-74C4C16C31A8}"/>
              </a:ext>
            </a:extLst>
          </p:cNvPr>
          <p:cNvSpPr>
            <a:spLocks xmlns:a="http://schemas.openxmlformats.org/drawingml/2006/main" noGrp="1"/>
          </p:cNvSpPr>
          <p:nvPr/>
        </p:nvSpPr>
        <p:spPr>
          <a:xfrm xmlns:a="http://schemas.openxmlformats.org/drawingml/2006/main">
            <a:off x="1809750" y="2819400"/>
            <a:ext cx="179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管理項目</a:t>
            </a:r>
          </a:p>
        </p:txBody>
      </p:sp>
      <p:sp>
        <p:nvSpPr>
          <p:cNvPr id="13" name="card-body">
            <a:extLst xmlns:a="http://schemas.openxmlformats.org/drawingml/2006/main">
              <a:ext uri="{FF2B5EF4-FFF2-40B4-BE49-F238E27FC236}">
                <a16:creationId xmlns:a16="http://schemas.microsoft.com/office/drawing/2014/main" id="{9B24D61E-CA67-4FB8-BFD9-EC0115930EDD}"/>
              </a:ext>
            </a:extLst>
          </p:cNvPr>
          <p:cNvSpPr>
            <a:spLocks xmlns:a="http://schemas.openxmlformats.org/drawingml/2006/main" noGrp="1"/>
          </p:cNvSpPr>
          <p:nvPr/>
        </p:nvSpPr>
        <p:spPr>
          <a:xfrm xmlns:a="http://schemas.openxmlformats.org/drawingml/2006/main">
            <a:off x="1295400" y="340995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利用履歴、接点、次回確認日、見込み、担当者をどこまで扱うか。</a:t>
            </a:r>
          </a:p>
        </p:txBody>
      </p:sp>
      <p:sp>
        <p:nvSpPr>
          <p:cNvPr id="14" name="arrow">
            <a:extLst xmlns:a="http://schemas.openxmlformats.org/drawingml/2006/main">
              <a:ext uri="{FF2B5EF4-FFF2-40B4-BE49-F238E27FC236}">
                <a16:creationId xmlns:a16="http://schemas.microsoft.com/office/drawing/2014/main" id="{5DFB7618-7173-4061-86BF-1115A291B8F8}"/>
              </a:ext>
            </a:extLst>
          </p:cNvPr>
          <p:cNvSpPr>
            <a:spLocks xmlns:a="http://schemas.openxmlformats.org/drawingml/2006/main" noGrp="1"/>
          </p:cNvSpPr>
          <p:nvPr/>
        </p:nvSpPr>
        <p:spPr>
          <a:xfrm xmlns:a="http://schemas.openxmlformats.org/drawingml/2006/main">
            <a:off x="4038600" y="3486150"/>
            <a:ext cx="400050" cy="266700"/>
          </a:xfrm>
          <a:prstGeom xmlns:a="http://schemas.openxmlformats.org/drawingml/2006/main" prst="rightArrow">
            <a:avLst/>
          </a:prstGeom>
          <a:solidFill xmlns:a="http://schemas.openxmlformats.org/drawingml/2006/main">
            <a:srgbClr val="2C78B8"/>
          </a:solidFill>
          <a:ln xmlns:a="http://schemas.openxmlformats.org/drawingml/2006/main" w="9525">
            <a:solidFill>
              <a:srgbClr val="2C78B8"/>
            </a:solidFill>
            <a:prstDash val="solid"/>
          </a:ln>
        </p:spPr>
      </p:sp>
      <p:sp>
        <p:nvSpPr>
          <p:cNvPr id="15" name="card">
            <a:extLst xmlns:a="http://schemas.openxmlformats.org/drawingml/2006/main">
              <a:ext uri="{FF2B5EF4-FFF2-40B4-BE49-F238E27FC236}">
                <a16:creationId xmlns:a16="http://schemas.microsoft.com/office/drawing/2014/main" id="{F5BF99AC-F1CB-4087-B74A-D92AD7FF3F9D}"/>
              </a:ext>
            </a:extLst>
          </p:cNvPr>
          <p:cNvSpPr>
            <a:spLocks xmlns:a="http://schemas.openxmlformats.org/drawingml/2006/main" noGrp="1"/>
          </p:cNvSpPr>
          <p:nvPr/>
        </p:nvSpPr>
        <p:spPr>
          <a:xfrm xmlns:a="http://schemas.openxmlformats.org/drawingml/2006/main">
            <a:off x="4686300" y="2571750"/>
            <a:ext cx="2857500" cy="2095500"/>
          </a:xfrm>
          <a:prstGeom xmlns:a="http://schemas.openxmlformats.org/drawingml/2006/main" prst="roundRect">
            <a:avLst>
              <a:gd name="adj" fmla="val 3636"/>
            </a:avLst>
          </a:prstGeom>
          <a:solidFill xmlns:a="http://schemas.openxmlformats.org/drawingml/2006/main">
            <a:srgbClr val="F4F8FC"/>
          </a:solidFill>
          <a:ln xmlns:a="http://schemas.openxmlformats.org/drawingml/2006/main" w="9525">
            <a:solidFill>
              <a:srgbClr val="D2DEEA"/>
            </a:solidFill>
            <a:prstDash val="solid"/>
          </a:ln>
        </p:spPr>
      </p:sp>
      <p:sp>
        <p:nvSpPr>
          <p:cNvPr id="16" name="icon-circle">
            <a:extLst xmlns:a="http://schemas.openxmlformats.org/drawingml/2006/main">
              <a:ext uri="{FF2B5EF4-FFF2-40B4-BE49-F238E27FC236}">
                <a16:creationId xmlns:a16="http://schemas.microsoft.com/office/drawing/2014/main" id="{5B25FA9F-33E9-45CA-A9F3-1392D072B40C}"/>
              </a:ext>
            </a:extLst>
          </p:cNvPr>
          <p:cNvSpPr>
            <a:spLocks xmlns:a="http://schemas.openxmlformats.org/drawingml/2006/main" noGrp="1"/>
          </p:cNvSpPr>
          <p:nvPr/>
        </p:nvSpPr>
        <p:spPr>
          <a:xfrm xmlns:a="http://schemas.openxmlformats.org/drawingml/2006/main">
            <a:off x="4914900" y="2800350"/>
            <a:ext cx="419100" cy="419100"/>
          </a:xfrm>
          <a:prstGeom xmlns:a="http://schemas.openxmlformats.org/drawingml/2006/main" prst="ellipse">
            <a:avLst/>
          </a:prstGeom>
          <a:solidFill xmlns:a="http://schemas.openxmlformats.org/drawingml/2006/main">
            <a:srgbClr val="2C78B8"/>
          </a:solidFill>
          <a:ln xmlns:a="http://schemas.openxmlformats.org/drawingml/2006/main" w="9525">
            <a:solidFill>
              <a:srgbClr val="2C78B8"/>
            </a:solidFill>
            <a:prstDash val="solid"/>
          </a:ln>
        </p:spPr>
      </p:sp>
      <p:sp>
        <p:nvSpPr>
          <p:cNvPr id="17" name="icon-text">
            <a:extLst xmlns:a="http://schemas.openxmlformats.org/drawingml/2006/main">
              <a:ext uri="{FF2B5EF4-FFF2-40B4-BE49-F238E27FC236}">
                <a16:creationId xmlns:a16="http://schemas.microsoft.com/office/drawing/2014/main" id="{1D603BDD-318B-42AD-9D14-42E8B0955BF8}"/>
              </a:ext>
            </a:extLst>
          </p:cNvPr>
          <p:cNvSpPr>
            <a:spLocks xmlns:a="http://schemas.openxmlformats.org/drawingml/2006/main" noGrp="1"/>
          </p:cNvSpPr>
          <p:nvPr/>
        </p:nvSpPr>
        <p:spPr>
          <a:xfrm xmlns:a="http://schemas.openxmlformats.org/drawingml/2006/main">
            <a:off x="4914900" y="287578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2</a:t>
            </a:r>
          </a:p>
        </p:txBody>
      </p:sp>
      <p:sp>
        <p:nvSpPr>
          <p:cNvPr id="18" name="card-title">
            <a:extLst xmlns:a="http://schemas.openxmlformats.org/drawingml/2006/main">
              <a:ext uri="{FF2B5EF4-FFF2-40B4-BE49-F238E27FC236}">
                <a16:creationId xmlns:a16="http://schemas.microsoft.com/office/drawing/2014/main" id="{862FC6E9-6B87-45D7-B97E-AD68BB82146C}"/>
              </a:ext>
            </a:extLst>
          </p:cNvPr>
          <p:cNvSpPr>
            <a:spLocks xmlns:a="http://schemas.openxmlformats.org/drawingml/2006/main" noGrp="1"/>
          </p:cNvSpPr>
          <p:nvPr/>
        </p:nvSpPr>
        <p:spPr>
          <a:xfrm xmlns:a="http://schemas.openxmlformats.org/drawingml/2006/main">
            <a:off x="5486400" y="2819400"/>
            <a:ext cx="179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運用ルール</a:t>
            </a:r>
          </a:p>
        </p:txBody>
      </p:sp>
      <p:sp>
        <p:nvSpPr>
          <p:cNvPr id="19" name="card-body">
            <a:extLst xmlns:a="http://schemas.openxmlformats.org/drawingml/2006/main">
              <a:ext uri="{FF2B5EF4-FFF2-40B4-BE49-F238E27FC236}">
                <a16:creationId xmlns:a16="http://schemas.microsoft.com/office/drawing/2014/main" id="{CD0A8F84-4C2B-4A64-B0E0-FE06CAFD93D1}"/>
              </a:ext>
            </a:extLst>
          </p:cNvPr>
          <p:cNvSpPr>
            <a:spLocks xmlns:a="http://schemas.openxmlformats.org/drawingml/2006/main" noGrp="1"/>
          </p:cNvSpPr>
          <p:nvPr/>
        </p:nvSpPr>
        <p:spPr>
          <a:xfrm xmlns:a="http://schemas.openxmlformats.org/drawingml/2006/main">
            <a:off x="4972050" y="340995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誰が更新し、誰が確認し、どの頻度で見直すか。</a:t>
            </a:r>
          </a:p>
        </p:txBody>
      </p:sp>
      <p:sp>
        <p:nvSpPr>
          <p:cNvPr id="20" name="arrow">
            <a:extLst xmlns:a="http://schemas.openxmlformats.org/drawingml/2006/main">
              <a:ext uri="{FF2B5EF4-FFF2-40B4-BE49-F238E27FC236}">
                <a16:creationId xmlns:a16="http://schemas.microsoft.com/office/drawing/2014/main" id="{A142E632-4435-4120-837C-5D5B3F540EF7}"/>
              </a:ext>
            </a:extLst>
          </p:cNvPr>
          <p:cNvSpPr>
            <a:spLocks xmlns:a="http://schemas.openxmlformats.org/drawingml/2006/main" noGrp="1"/>
          </p:cNvSpPr>
          <p:nvPr/>
        </p:nvSpPr>
        <p:spPr>
          <a:xfrm xmlns:a="http://schemas.openxmlformats.org/drawingml/2006/main">
            <a:off x="7715250" y="3486150"/>
            <a:ext cx="400050" cy="266700"/>
          </a:xfrm>
          <a:prstGeom xmlns:a="http://schemas.openxmlformats.org/drawingml/2006/main" prst="rightArrow">
            <a:avLst/>
          </a:prstGeom>
          <a:solidFill xmlns:a="http://schemas.openxmlformats.org/drawingml/2006/main">
            <a:srgbClr val="2C78B8"/>
          </a:solidFill>
          <a:ln xmlns:a="http://schemas.openxmlformats.org/drawingml/2006/main" w="9525">
            <a:solidFill>
              <a:srgbClr val="2C78B8"/>
            </a:solidFill>
            <a:prstDash val="solid"/>
          </a:ln>
        </p:spPr>
      </p:sp>
      <p:sp>
        <p:nvSpPr>
          <p:cNvPr id="21" name="card">
            <a:extLst xmlns:a="http://schemas.openxmlformats.org/drawingml/2006/main">
              <a:ext uri="{FF2B5EF4-FFF2-40B4-BE49-F238E27FC236}">
                <a16:creationId xmlns:a16="http://schemas.microsoft.com/office/drawing/2014/main" id="{CA83607F-7677-40F6-9319-78A668F5F0AE}"/>
              </a:ext>
            </a:extLst>
          </p:cNvPr>
          <p:cNvSpPr>
            <a:spLocks xmlns:a="http://schemas.openxmlformats.org/drawingml/2006/main" noGrp="1"/>
          </p:cNvSpPr>
          <p:nvPr/>
        </p:nvSpPr>
        <p:spPr>
          <a:xfrm xmlns:a="http://schemas.openxmlformats.org/drawingml/2006/main">
            <a:off x="8362950" y="2571750"/>
            <a:ext cx="2857500" cy="2095500"/>
          </a:xfrm>
          <a:prstGeom xmlns:a="http://schemas.openxmlformats.org/drawingml/2006/main" prst="roundRect">
            <a:avLst>
              <a:gd name="adj" fmla="val 3636"/>
            </a:avLst>
          </a:prstGeom>
          <a:solidFill xmlns:a="http://schemas.openxmlformats.org/drawingml/2006/main">
            <a:srgbClr val="F4F8FC"/>
          </a:solidFill>
          <a:ln xmlns:a="http://schemas.openxmlformats.org/drawingml/2006/main" w="9525">
            <a:solidFill>
              <a:srgbClr val="D2DEEA"/>
            </a:solidFill>
            <a:prstDash val="solid"/>
          </a:ln>
        </p:spPr>
      </p:sp>
      <p:sp>
        <p:nvSpPr>
          <p:cNvPr id="22" name="icon-circle">
            <a:extLst xmlns:a="http://schemas.openxmlformats.org/drawingml/2006/main">
              <a:ext uri="{FF2B5EF4-FFF2-40B4-BE49-F238E27FC236}">
                <a16:creationId xmlns:a16="http://schemas.microsoft.com/office/drawing/2014/main" id="{08E8815E-8F9D-411C-AB64-DF56ADCACA93}"/>
              </a:ext>
            </a:extLst>
          </p:cNvPr>
          <p:cNvSpPr>
            <a:spLocks xmlns:a="http://schemas.openxmlformats.org/drawingml/2006/main" noGrp="1"/>
          </p:cNvSpPr>
          <p:nvPr/>
        </p:nvSpPr>
        <p:spPr>
          <a:xfrm xmlns:a="http://schemas.openxmlformats.org/drawingml/2006/main">
            <a:off x="8591550" y="2800350"/>
            <a:ext cx="419100" cy="419100"/>
          </a:xfrm>
          <a:prstGeom xmlns:a="http://schemas.openxmlformats.org/drawingml/2006/main" prst="ellipse">
            <a:avLst/>
          </a:prstGeom>
          <a:solidFill xmlns:a="http://schemas.openxmlformats.org/drawingml/2006/main">
            <a:srgbClr val="2E7D6B"/>
          </a:solidFill>
          <a:ln xmlns:a="http://schemas.openxmlformats.org/drawingml/2006/main" w="9525">
            <a:solidFill>
              <a:srgbClr val="2E7D6B"/>
            </a:solidFill>
            <a:prstDash val="solid"/>
          </a:ln>
        </p:spPr>
      </p:sp>
      <p:sp>
        <p:nvSpPr>
          <p:cNvPr id="23" name="icon-text">
            <a:extLst xmlns:a="http://schemas.openxmlformats.org/drawingml/2006/main">
              <a:ext uri="{FF2B5EF4-FFF2-40B4-BE49-F238E27FC236}">
                <a16:creationId xmlns:a16="http://schemas.microsoft.com/office/drawing/2014/main" id="{B489DF4C-3EF1-4EFC-BBFF-90C363199A43}"/>
              </a:ext>
            </a:extLst>
          </p:cNvPr>
          <p:cNvSpPr>
            <a:spLocks xmlns:a="http://schemas.openxmlformats.org/drawingml/2006/main" noGrp="1"/>
          </p:cNvSpPr>
          <p:nvPr/>
        </p:nvSpPr>
        <p:spPr>
          <a:xfrm xmlns:a="http://schemas.openxmlformats.org/drawingml/2006/main">
            <a:off x="8591550" y="287578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3</a:t>
            </a:r>
          </a:p>
        </p:txBody>
      </p:sp>
      <p:sp>
        <p:nvSpPr>
          <p:cNvPr id="24" name="card-title">
            <a:extLst xmlns:a="http://schemas.openxmlformats.org/drawingml/2006/main">
              <a:ext uri="{FF2B5EF4-FFF2-40B4-BE49-F238E27FC236}">
                <a16:creationId xmlns:a16="http://schemas.microsoft.com/office/drawing/2014/main" id="{FC9DCF24-3FA5-47D0-B8E9-F9D2023CF3E7}"/>
              </a:ext>
            </a:extLst>
          </p:cNvPr>
          <p:cNvSpPr>
            <a:spLocks xmlns:a="http://schemas.openxmlformats.org/drawingml/2006/main" noGrp="1"/>
          </p:cNvSpPr>
          <p:nvPr/>
        </p:nvSpPr>
        <p:spPr>
          <a:xfrm xmlns:a="http://schemas.openxmlformats.org/drawingml/2006/main">
            <a:off x="9163050" y="2819400"/>
            <a:ext cx="1790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引き継ぎ設計</a:t>
            </a:r>
          </a:p>
        </p:txBody>
      </p:sp>
      <p:sp>
        <p:nvSpPr>
          <p:cNvPr id="25" name="card-body">
            <a:extLst xmlns:a="http://schemas.openxmlformats.org/drawingml/2006/main">
              <a:ext uri="{FF2B5EF4-FFF2-40B4-BE49-F238E27FC236}">
                <a16:creationId xmlns:a16="http://schemas.microsoft.com/office/drawing/2014/main" id="{673757CD-E560-416A-AED6-24B5772386DE}"/>
              </a:ext>
            </a:extLst>
          </p:cNvPr>
          <p:cNvSpPr>
            <a:spLocks xmlns:a="http://schemas.openxmlformats.org/drawingml/2006/main" noGrp="1"/>
          </p:cNvSpPr>
          <p:nvPr/>
        </p:nvSpPr>
        <p:spPr>
          <a:xfrm xmlns:a="http://schemas.openxmlformats.org/drawingml/2006/main">
            <a:off x="8648700" y="340995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担当者交代後も、判断の根拠が残る形にする。</a:t>
            </a:r>
          </a:p>
        </p:txBody>
      </p:sp>
      <p:sp>
        <p:nvSpPr>
          <p:cNvPr id="26" name="wait-band">
            <a:extLst xmlns:a="http://schemas.openxmlformats.org/drawingml/2006/main">
              <a:ext uri="{FF2B5EF4-FFF2-40B4-BE49-F238E27FC236}">
                <a16:creationId xmlns:a16="http://schemas.microsoft.com/office/drawing/2014/main" id="{7F21BD09-F50B-49F7-8CBC-BEAF60686D6D}"/>
              </a:ext>
            </a:extLst>
          </p:cNvPr>
          <p:cNvSpPr>
            <a:spLocks xmlns:a="http://schemas.openxmlformats.org/drawingml/2006/main" noGrp="1"/>
          </p:cNvSpPr>
          <p:nvPr/>
        </p:nvSpPr>
        <p:spPr>
          <a:xfrm xmlns:a="http://schemas.openxmlformats.org/drawingml/2006/main">
            <a:off x="1581150" y="5086350"/>
            <a:ext cx="9029700" cy="514350"/>
          </a:xfrm>
          <a:prstGeom xmlns:a="http://schemas.openxmlformats.org/drawingml/2006/main" prst="roundRect">
            <a:avLst>
              <a:gd name="adj" fmla="val 14815"/>
            </a:avLst>
          </a:prstGeom>
          <a:solidFill xmlns:a="http://schemas.openxmlformats.org/drawingml/2006/main">
            <a:srgbClr val="EAF1F8"/>
          </a:solidFill>
          <a:ln xmlns:a="http://schemas.openxmlformats.org/drawingml/2006/main" w="9525">
            <a:solidFill>
              <a:srgbClr val="EAF1F8"/>
            </a:solidFill>
            <a:prstDash val="solid"/>
          </a:ln>
        </p:spPr>
      </p:sp>
      <p:sp>
        <p:nvSpPr>
          <p:cNvPr id="27" name="wait-text">
            <a:extLst xmlns:a="http://schemas.openxmlformats.org/drawingml/2006/main">
              <a:ext uri="{FF2B5EF4-FFF2-40B4-BE49-F238E27FC236}">
                <a16:creationId xmlns:a16="http://schemas.microsoft.com/office/drawing/2014/main" id="{F23F0AE1-EB45-48DE-9246-D758AB9B545E}"/>
              </a:ext>
            </a:extLst>
          </p:cNvPr>
          <p:cNvSpPr>
            <a:spLocks xmlns:a="http://schemas.openxmlformats.org/drawingml/2006/main" noGrp="1"/>
          </p:cNvSpPr>
          <p:nvPr/>
        </p:nvSpPr>
        <p:spPr>
          <a:xfrm xmlns:a="http://schemas.openxmlformats.org/drawingml/2006/main">
            <a:off x="1847850" y="5238750"/>
            <a:ext cx="849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E3A5F"/>
                </a:solidFill>
                <a:latin typeface="Noto Sans CJK JP"/>
                <a:ea typeface="Noto Sans CJK JP"/>
                <a:cs typeface="Noto Sans CJK JP"/>
              </a:defRPr>
            </a:pPr>
            <a:r>
              <a:rPr sz="1350" b="1">
                <a:solidFill>
                  <a:srgbClr val="1E3A5F"/>
                </a:solidFill>
                <a:latin typeface="Noto Sans CJK JP"/>
                <a:ea typeface="Noto Sans CJK JP"/>
                <a:cs typeface="Noto Sans CJK JP"/>
              </a:rPr>
              <a:t>この2か月は、止まる期間ではなく、後で確実に動かすための設計期間にする。</a:t>
            </a:r>
          </a:p>
        </p:txBody>
      </p:sp>
    </p:spTree>
    <p:extLst>
      <p:ext uri="{BB962C8B-B14F-4D97-AF65-F5344CB8AC3E}">
        <p14:creationId xmlns:p14="http://schemas.microsoft.com/office/powerpoint/2010/main" val="10764525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icon-circle">
            <a:extLst xmlns:a="http://schemas.openxmlformats.org/drawingml/2006/main">
              <a:ext uri="{FF2B5EF4-FFF2-40B4-BE49-F238E27FC236}">
                <a16:creationId xmlns:a16="http://schemas.microsoft.com/office/drawing/2014/main" id="{575B103B-56C0-4EE9-A72B-CE2B5F26F509}"/>
              </a:ext>
            </a:extLst>
          </p:cNvPr>
          <p:cNvSpPr>
            <a:spLocks xmlns:a="http://schemas.openxmlformats.org/drawingml/2006/main" noGrp="1"/>
          </p:cNvSpPr>
          <p:nvPr/>
        </p:nvSpPr>
        <p:spPr>
          <a:xfrm xmlns:a="http://schemas.openxmlformats.org/drawingml/2006/main">
            <a:off x="819150" y="438150"/>
            <a:ext cx="514350" cy="514350"/>
          </a:xfrm>
          <a:prstGeom xmlns:a="http://schemas.openxmlformats.org/drawingml/2006/main" prst="ellipse">
            <a:avLst/>
          </a:prstGeom>
          <a:solidFill xmlns:a="http://schemas.openxmlformats.org/drawingml/2006/main">
            <a:srgbClr val="17375E"/>
          </a:solidFill>
          <a:ln xmlns:a="http://schemas.openxmlformats.org/drawingml/2006/main" w="9525">
            <a:solidFill>
              <a:srgbClr val="17375E"/>
            </a:solidFill>
            <a:prstDash val="solid"/>
          </a:ln>
        </p:spPr>
      </p:sp>
      <p:sp>
        <p:nvSpPr>
          <p:cNvPr id="2" name="icon-text">
            <a:extLst xmlns:a="http://schemas.openxmlformats.org/drawingml/2006/main">
              <a:ext uri="{FF2B5EF4-FFF2-40B4-BE49-F238E27FC236}">
                <a16:creationId xmlns:a16="http://schemas.microsoft.com/office/drawing/2014/main" id="{0F258C79-F918-4C1C-9ABA-4C36E57B2513}"/>
              </a:ext>
            </a:extLst>
          </p:cNvPr>
          <p:cNvSpPr>
            <a:spLocks xmlns:a="http://schemas.openxmlformats.org/drawingml/2006/main" noGrp="1"/>
          </p:cNvSpPr>
          <p:nvPr/>
        </p:nvSpPr>
        <p:spPr>
          <a:xfrm xmlns:a="http://schemas.openxmlformats.org/drawingml/2006/main">
            <a:off x="819150" y="530733"/>
            <a:ext cx="514350" cy="31889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39" b="1">
                <a:solidFill>
                  <a:srgbClr val="FFFFFF"/>
                </a:solidFill>
                <a:latin typeface="Noto Sans CJK JP"/>
                <a:ea typeface="Noto Sans CJK JP"/>
                <a:cs typeface="Noto Sans CJK JP"/>
              </a:defRPr>
            </a:pPr>
            <a:r>
              <a:rPr sz="1539" b="1">
                <a:solidFill>
                  <a:srgbClr val="FFFFFF"/>
                </a:solidFill>
                <a:latin typeface="Noto Sans CJK JP"/>
                <a:ea typeface="Noto Sans CJK JP"/>
                <a:cs typeface="Noto Sans CJK JP"/>
              </a:rPr>
              <a:t>↔</a:t>
            </a:r>
          </a:p>
        </p:txBody>
      </p:sp>
      <p:sp>
        <p:nvSpPr>
          <p:cNvPr id="3" name="slide-label">
            <a:extLst xmlns:a="http://schemas.openxmlformats.org/drawingml/2006/main">
              <a:ext uri="{FF2B5EF4-FFF2-40B4-BE49-F238E27FC236}">
                <a16:creationId xmlns:a16="http://schemas.microsoft.com/office/drawing/2014/main" id="{47F477BE-A203-4A96-81BB-786E2F40469A}"/>
              </a:ext>
            </a:extLst>
          </p:cNvPr>
          <p:cNvSpPr>
            <a:spLocks xmlns:a="http://schemas.openxmlformats.org/drawingml/2006/main" noGrp="1"/>
          </p:cNvSpPr>
          <p:nvPr/>
        </p:nvSpPr>
        <p:spPr>
          <a:xfrm xmlns:a="http://schemas.openxmlformats.org/drawingml/2006/main">
            <a:off x="1562100" y="5143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2C78B8"/>
                </a:solidFill>
                <a:latin typeface="Noto Sans CJK JP"/>
                <a:ea typeface="Noto Sans CJK JP"/>
                <a:cs typeface="Noto Sans CJK JP"/>
              </a:defRPr>
            </a:pPr>
            <a:r>
              <a:rPr sz="975" b="1">
                <a:solidFill>
                  <a:srgbClr val="2C78B8"/>
                </a:solidFill>
                <a:latin typeface="Noto Sans CJK JP"/>
                <a:ea typeface="Noto Sans CJK JP"/>
                <a:cs typeface="Noto Sans CJK JP"/>
              </a:rPr>
              <a:t>SLIDE 7 ｜ 進め方</a:t>
            </a:r>
          </a:p>
        </p:txBody>
      </p:sp>
      <p:sp>
        <p:nvSpPr>
          <p:cNvPr id="4" name="slide-title">
            <a:extLst xmlns:a="http://schemas.openxmlformats.org/drawingml/2006/main">
              <a:ext uri="{FF2B5EF4-FFF2-40B4-BE49-F238E27FC236}">
                <a16:creationId xmlns:a16="http://schemas.microsoft.com/office/drawing/2014/main" id="{75D0096B-A472-4904-8074-AF53E0CB5C1D}"/>
              </a:ext>
            </a:extLst>
          </p:cNvPr>
          <p:cNvSpPr>
            <a:spLocks xmlns:a="http://schemas.openxmlformats.org/drawingml/2006/main" noGrp="1"/>
          </p:cNvSpPr>
          <p:nvPr/>
        </p:nvSpPr>
        <p:spPr>
          <a:xfrm xmlns:a="http://schemas.openxmlformats.org/drawingml/2006/main">
            <a:off x="1562100" y="80010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550" b="1">
                <a:solidFill>
                  <a:srgbClr val="1B2A3A"/>
                </a:solidFill>
                <a:latin typeface="Noto Sans CJK JP"/>
                <a:ea typeface="Noto Sans CJK JP"/>
                <a:cs typeface="Noto Sans CJK JP"/>
              </a:defRPr>
            </a:pPr>
            <a:r>
              <a:rPr sz="2550" b="1">
                <a:solidFill>
                  <a:srgbClr val="1B2A3A"/>
                </a:solidFill>
                <a:latin typeface="Noto Sans CJK JP"/>
                <a:ea typeface="Noto Sans CJK JP"/>
                <a:cs typeface="Noto Sans CJK JP"/>
              </a:rPr>
              <a:t>DX推進委員会の進め方</a:t>
            </a:r>
          </a:p>
        </p:txBody>
      </p:sp>
      <p:sp>
        <p:nvSpPr>
          <p:cNvPr id="5" name="message-band">
            <a:extLst xmlns:a="http://schemas.openxmlformats.org/drawingml/2006/main">
              <a:ext uri="{FF2B5EF4-FFF2-40B4-BE49-F238E27FC236}">
                <a16:creationId xmlns:a16="http://schemas.microsoft.com/office/drawing/2014/main" id="{A11005BE-ED68-4975-9A7D-0E9D5C991E66}"/>
              </a:ext>
            </a:extLst>
          </p:cNvPr>
          <p:cNvSpPr>
            <a:spLocks xmlns:a="http://schemas.openxmlformats.org/drawingml/2006/main" noGrp="1"/>
          </p:cNvSpPr>
          <p:nvPr/>
        </p:nvSpPr>
        <p:spPr>
          <a:xfrm xmlns:a="http://schemas.openxmlformats.org/drawingml/2006/main">
            <a:off x="819150" y="1485900"/>
            <a:ext cx="10553700" cy="571500"/>
          </a:xfrm>
          <a:prstGeom xmlns:a="http://schemas.openxmlformats.org/drawingml/2006/main" prst="roundRect">
            <a:avLst>
              <a:gd name="adj" fmla="val 13333"/>
            </a:avLst>
          </a:prstGeom>
          <a:solidFill xmlns:a="http://schemas.openxmlformats.org/drawingml/2006/main">
            <a:srgbClr val="EAF1F8"/>
          </a:solidFill>
          <a:ln xmlns:a="http://schemas.openxmlformats.org/drawingml/2006/main" w="9525">
            <a:solidFill>
              <a:srgbClr val="EAF1F8"/>
            </a:solidFill>
            <a:prstDash val="solid"/>
          </a:ln>
        </p:spPr>
      </p:sp>
      <p:sp>
        <p:nvSpPr>
          <p:cNvPr id="6" name="message-text">
            <a:extLst xmlns:a="http://schemas.openxmlformats.org/drawingml/2006/main">
              <a:ext uri="{FF2B5EF4-FFF2-40B4-BE49-F238E27FC236}">
                <a16:creationId xmlns:a16="http://schemas.microsoft.com/office/drawing/2014/main" id="{187D20AE-8E81-4593-9AAF-7E39EC52C780}"/>
              </a:ext>
            </a:extLst>
          </p:cNvPr>
          <p:cNvSpPr>
            <a:spLocks xmlns:a="http://schemas.openxmlformats.org/drawingml/2006/main" noGrp="1"/>
          </p:cNvSpPr>
          <p:nvPr/>
        </p:nvSpPr>
        <p:spPr>
          <a:xfrm xmlns:a="http://schemas.openxmlformats.org/drawingml/2006/main">
            <a:off x="1123950" y="1657350"/>
            <a:ext cx="994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275" b="1">
                <a:solidFill>
                  <a:srgbClr val="1E3A5F"/>
                </a:solidFill>
                <a:latin typeface="Noto Sans CJK JP"/>
                <a:ea typeface="Noto Sans CJK JP"/>
                <a:cs typeface="Noto Sans CJK JP"/>
              </a:defRPr>
            </a:pPr>
            <a:r>
              <a:rPr sz="1275" b="1">
                <a:solidFill>
                  <a:srgbClr val="1E3A5F"/>
                </a:solidFill>
                <a:latin typeface="Noto Sans CJK JP"/>
                <a:ea typeface="Noto Sans CJK JP"/>
                <a:cs typeface="Noto Sans CJK JP"/>
              </a:rPr>
              <a:t>当面は、1. ボトルネック解決策の下準備、2. 別の現場お困りごと解決、の2方向で進める。</a:t>
            </a:r>
          </a:p>
        </p:txBody>
      </p:sp>
      <p:sp>
        <p:nvSpPr>
          <p:cNvPr id="7" name="footer-left">
            <a:extLst xmlns:a="http://schemas.openxmlformats.org/drawingml/2006/main">
              <a:ext uri="{FF2B5EF4-FFF2-40B4-BE49-F238E27FC236}">
                <a16:creationId xmlns:a16="http://schemas.microsoft.com/office/drawing/2014/main" id="{3D6E0E55-7841-4E1C-924C-FC02C9ACB75A}"/>
              </a:ext>
            </a:extLst>
          </p:cNvPr>
          <p:cNvSpPr>
            <a:spLocks xmlns:a="http://schemas.openxmlformats.org/drawingml/2006/main" noGrp="1"/>
          </p:cNvSpPr>
          <p:nvPr/>
        </p:nvSpPr>
        <p:spPr>
          <a:xfrm xmlns:a="http://schemas.openxmlformats.org/drawingml/2006/main">
            <a:off x="819150" y="64579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5E7589"/>
                </a:solidFill>
                <a:latin typeface="Noto Sans CJK JP"/>
                <a:ea typeface="Noto Sans CJK JP"/>
                <a:cs typeface="Noto Sans CJK JP"/>
              </a:defRPr>
            </a:pPr>
            <a:r>
              <a:rPr sz="750">
                <a:solidFill>
                  <a:srgbClr val="5E7589"/>
                </a:solidFill>
                <a:latin typeface="Noto Sans CJK JP"/>
                <a:ea typeface="Noto Sans CJK JP"/>
                <a:cs typeface="Noto Sans CJK JP"/>
              </a:rPr>
              <a:t>アルボース ｜ 利用率低下分析の報告</a:t>
            </a:r>
          </a:p>
        </p:txBody>
      </p:sp>
      <p:sp>
        <p:nvSpPr>
          <p:cNvPr id="8" name="footer-page">
            <a:extLst xmlns:a="http://schemas.openxmlformats.org/drawingml/2006/main">
              <a:ext uri="{FF2B5EF4-FFF2-40B4-BE49-F238E27FC236}">
                <a16:creationId xmlns:a16="http://schemas.microsoft.com/office/drawing/2014/main" id="{90A0E66B-4B3F-4971-BF02-0547D23C999C}"/>
              </a:ext>
            </a:extLst>
          </p:cNvPr>
          <p:cNvSpPr>
            <a:spLocks xmlns:a="http://schemas.openxmlformats.org/drawingml/2006/main" noGrp="1"/>
          </p:cNvSpPr>
          <p:nvPr/>
        </p:nvSpPr>
        <p:spPr>
          <a:xfrm xmlns:a="http://schemas.openxmlformats.org/drawingml/2006/main">
            <a:off x="11049000" y="64579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a:solidFill>
                  <a:srgbClr val="5E7589"/>
                </a:solidFill>
                <a:latin typeface="Noto Sans CJK JP"/>
                <a:ea typeface="Noto Sans CJK JP"/>
                <a:cs typeface="Noto Sans CJK JP"/>
              </a:defRPr>
            </a:pPr>
            <a:r>
              <a:rPr sz="825">
                <a:solidFill>
                  <a:srgbClr val="5E7589"/>
                </a:solidFill>
                <a:latin typeface="Noto Sans CJK JP"/>
                <a:ea typeface="Noto Sans CJK JP"/>
                <a:cs typeface="Noto Sans CJK JP"/>
              </a:rPr>
              <a:t>7</a:t>
            </a:r>
          </a:p>
        </p:txBody>
      </p:sp>
      <p:sp>
        <p:nvSpPr>
          <p:cNvPr id="9" name="card">
            <a:extLst xmlns:a="http://schemas.openxmlformats.org/drawingml/2006/main">
              <a:ext uri="{FF2B5EF4-FFF2-40B4-BE49-F238E27FC236}">
                <a16:creationId xmlns:a16="http://schemas.microsoft.com/office/drawing/2014/main" id="{19B66CE2-591B-48A6-B503-F4C7707117E7}"/>
              </a:ext>
            </a:extLst>
          </p:cNvPr>
          <p:cNvSpPr>
            <a:spLocks xmlns:a="http://schemas.openxmlformats.org/drawingml/2006/main" noGrp="1"/>
          </p:cNvSpPr>
          <p:nvPr/>
        </p:nvSpPr>
        <p:spPr>
          <a:xfrm xmlns:a="http://schemas.openxmlformats.org/drawingml/2006/main">
            <a:off x="1123950" y="2609850"/>
            <a:ext cx="4629150" cy="2438400"/>
          </a:xfrm>
          <a:prstGeom xmlns:a="http://schemas.openxmlformats.org/drawingml/2006/main" prst="roundRect">
            <a:avLst>
              <a:gd name="adj" fmla="val 3125"/>
            </a:avLst>
          </a:prstGeom>
          <a:solidFill xmlns:a="http://schemas.openxmlformats.org/drawingml/2006/main">
            <a:srgbClr val="F4F8FC"/>
          </a:solidFill>
          <a:ln xmlns:a="http://schemas.openxmlformats.org/drawingml/2006/main" w="9525">
            <a:solidFill>
              <a:srgbClr val="D2DEEA"/>
            </a:solidFill>
            <a:prstDash val="solid"/>
          </a:ln>
        </p:spPr>
      </p:sp>
      <p:sp>
        <p:nvSpPr>
          <p:cNvPr id="10" name="icon-circle">
            <a:extLst xmlns:a="http://schemas.openxmlformats.org/drawingml/2006/main">
              <a:ext uri="{FF2B5EF4-FFF2-40B4-BE49-F238E27FC236}">
                <a16:creationId xmlns:a16="http://schemas.microsoft.com/office/drawing/2014/main" id="{B162F2B0-40EA-4F63-9643-1AF11AEFD4A7}"/>
              </a:ext>
            </a:extLst>
          </p:cNvPr>
          <p:cNvSpPr>
            <a:spLocks xmlns:a="http://schemas.openxmlformats.org/drawingml/2006/main" noGrp="1"/>
          </p:cNvSpPr>
          <p:nvPr/>
        </p:nvSpPr>
        <p:spPr>
          <a:xfrm xmlns:a="http://schemas.openxmlformats.org/drawingml/2006/main">
            <a:off x="1352550" y="2838450"/>
            <a:ext cx="419100" cy="419100"/>
          </a:xfrm>
          <a:prstGeom xmlns:a="http://schemas.openxmlformats.org/drawingml/2006/main" prst="ellipse">
            <a:avLst/>
          </a:prstGeom>
          <a:solidFill xmlns:a="http://schemas.openxmlformats.org/drawingml/2006/main">
            <a:srgbClr val="17375E"/>
          </a:solidFill>
          <a:ln xmlns:a="http://schemas.openxmlformats.org/drawingml/2006/main" w="9525">
            <a:solidFill>
              <a:srgbClr val="17375E"/>
            </a:solidFill>
            <a:prstDash val="solid"/>
          </a:ln>
        </p:spPr>
      </p:sp>
      <p:sp>
        <p:nvSpPr>
          <p:cNvPr id="11" name="icon-text">
            <a:extLst xmlns:a="http://schemas.openxmlformats.org/drawingml/2006/main">
              <a:ext uri="{FF2B5EF4-FFF2-40B4-BE49-F238E27FC236}">
                <a16:creationId xmlns:a16="http://schemas.microsoft.com/office/drawing/2014/main" id="{3B45EFC9-9826-42F3-B463-529B34C64F5C}"/>
              </a:ext>
            </a:extLst>
          </p:cNvPr>
          <p:cNvSpPr>
            <a:spLocks xmlns:a="http://schemas.openxmlformats.org/drawingml/2006/main" noGrp="1"/>
          </p:cNvSpPr>
          <p:nvPr/>
        </p:nvSpPr>
        <p:spPr>
          <a:xfrm xmlns:a="http://schemas.openxmlformats.org/drawingml/2006/main">
            <a:off x="1352550" y="291388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1</a:t>
            </a:r>
          </a:p>
        </p:txBody>
      </p:sp>
      <p:sp>
        <p:nvSpPr>
          <p:cNvPr id="12" name="card-title">
            <a:extLst xmlns:a="http://schemas.openxmlformats.org/drawingml/2006/main">
              <a:ext uri="{FF2B5EF4-FFF2-40B4-BE49-F238E27FC236}">
                <a16:creationId xmlns:a16="http://schemas.microsoft.com/office/drawing/2014/main" id="{ACE553C4-9BE6-4958-AEC6-58E8F91C2666}"/>
              </a:ext>
            </a:extLst>
          </p:cNvPr>
          <p:cNvSpPr>
            <a:spLocks xmlns:a="http://schemas.openxmlformats.org/drawingml/2006/main" noGrp="1"/>
          </p:cNvSpPr>
          <p:nvPr/>
        </p:nvSpPr>
        <p:spPr>
          <a:xfrm xmlns:a="http://schemas.openxmlformats.org/drawingml/2006/main">
            <a:off x="1924050" y="2857500"/>
            <a:ext cx="3562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1. ボトルネック解決策の下準備</a:t>
            </a:r>
          </a:p>
        </p:txBody>
      </p:sp>
      <p:sp>
        <p:nvSpPr>
          <p:cNvPr id="13" name="card-body">
            <a:extLst xmlns:a="http://schemas.openxmlformats.org/drawingml/2006/main">
              <a:ext uri="{FF2B5EF4-FFF2-40B4-BE49-F238E27FC236}">
                <a16:creationId xmlns:a16="http://schemas.microsoft.com/office/drawing/2014/main" id="{2FEC85B4-44E7-4E57-A01E-30CF82E4938C}"/>
              </a:ext>
            </a:extLst>
          </p:cNvPr>
          <p:cNvSpPr>
            <a:spLocks xmlns:a="http://schemas.openxmlformats.org/drawingml/2006/main" noGrp="1"/>
          </p:cNvSpPr>
          <p:nvPr/>
        </p:nvSpPr>
        <p:spPr>
          <a:xfrm xmlns:a="http://schemas.openxmlformats.org/drawingml/2006/main">
            <a:off x="1409700" y="3448050"/>
            <a:ext cx="40576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顧客管理・利用予測の本格導入に向けて、管理項目、運用ルール、引き継ぎ方法を整理する。</a:t>
            </a:r>
          </a:p>
        </p:txBody>
      </p:sp>
      <p:sp>
        <p:nvSpPr>
          <p:cNvPr id="14" name="card">
            <a:extLst xmlns:a="http://schemas.openxmlformats.org/drawingml/2006/main">
              <a:ext uri="{FF2B5EF4-FFF2-40B4-BE49-F238E27FC236}">
                <a16:creationId xmlns:a16="http://schemas.microsoft.com/office/drawing/2014/main" id="{533FC6ED-9D86-4782-A340-576AE5893797}"/>
              </a:ext>
            </a:extLst>
          </p:cNvPr>
          <p:cNvSpPr>
            <a:spLocks xmlns:a="http://schemas.openxmlformats.org/drawingml/2006/main" noGrp="1"/>
          </p:cNvSpPr>
          <p:nvPr/>
        </p:nvSpPr>
        <p:spPr>
          <a:xfrm xmlns:a="http://schemas.openxmlformats.org/drawingml/2006/main">
            <a:off x="6438900" y="2609850"/>
            <a:ext cx="4629150" cy="2438400"/>
          </a:xfrm>
          <a:prstGeom xmlns:a="http://schemas.openxmlformats.org/drawingml/2006/main" prst="roundRect">
            <a:avLst>
              <a:gd name="adj" fmla="val 3125"/>
            </a:avLst>
          </a:prstGeom>
          <a:solidFill xmlns:a="http://schemas.openxmlformats.org/drawingml/2006/main">
            <a:srgbClr val="F4F8FC"/>
          </a:solidFill>
          <a:ln xmlns:a="http://schemas.openxmlformats.org/drawingml/2006/main" w="9525">
            <a:solidFill>
              <a:srgbClr val="D2DEEA"/>
            </a:solidFill>
            <a:prstDash val="solid"/>
          </a:ln>
        </p:spPr>
      </p:sp>
      <p:sp>
        <p:nvSpPr>
          <p:cNvPr id="15" name="icon-circle">
            <a:extLst xmlns:a="http://schemas.openxmlformats.org/drawingml/2006/main">
              <a:ext uri="{FF2B5EF4-FFF2-40B4-BE49-F238E27FC236}">
                <a16:creationId xmlns:a16="http://schemas.microsoft.com/office/drawing/2014/main" id="{7CB38132-CBB3-42C4-8474-4CD4037C16A7}"/>
              </a:ext>
            </a:extLst>
          </p:cNvPr>
          <p:cNvSpPr>
            <a:spLocks xmlns:a="http://schemas.openxmlformats.org/drawingml/2006/main" noGrp="1"/>
          </p:cNvSpPr>
          <p:nvPr/>
        </p:nvSpPr>
        <p:spPr>
          <a:xfrm xmlns:a="http://schemas.openxmlformats.org/drawingml/2006/main">
            <a:off x="6667500" y="2838450"/>
            <a:ext cx="419100" cy="419100"/>
          </a:xfrm>
          <a:prstGeom xmlns:a="http://schemas.openxmlformats.org/drawingml/2006/main" prst="ellipse">
            <a:avLst/>
          </a:prstGeom>
          <a:solidFill xmlns:a="http://schemas.openxmlformats.org/drawingml/2006/main">
            <a:srgbClr val="2C78B8"/>
          </a:solidFill>
          <a:ln xmlns:a="http://schemas.openxmlformats.org/drawingml/2006/main" w="9525">
            <a:solidFill>
              <a:srgbClr val="2C78B8"/>
            </a:solidFill>
            <a:prstDash val="solid"/>
          </a:ln>
        </p:spPr>
      </p:sp>
      <p:sp>
        <p:nvSpPr>
          <p:cNvPr id="16" name="icon-text">
            <a:extLst xmlns:a="http://schemas.openxmlformats.org/drawingml/2006/main">
              <a:ext uri="{FF2B5EF4-FFF2-40B4-BE49-F238E27FC236}">
                <a16:creationId xmlns:a16="http://schemas.microsoft.com/office/drawing/2014/main" id="{EABB2ABA-0039-4F55-9B03-3A3843D50C64}"/>
              </a:ext>
            </a:extLst>
          </p:cNvPr>
          <p:cNvSpPr>
            <a:spLocks xmlns:a="http://schemas.openxmlformats.org/drawingml/2006/main" noGrp="1"/>
          </p:cNvSpPr>
          <p:nvPr/>
        </p:nvSpPr>
        <p:spPr>
          <a:xfrm xmlns:a="http://schemas.openxmlformats.org/drawingml/2006/main">
            <a:off x="6667500" y="2913888"/>
            <a:ext cx="4191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54" b="1">
                <a:solidFill>
                  <a:srgbClr val="FFFFFF"/>
                </a:solidFill>
                <a:latin typeface="Noto Sans CJK JP"/>
                <a:ea typeface="Noto Sans CJK JP"/>
                <a:cs typeface="Noto Sans CJK JP"/>
              </a:defRPr>
            </a:pPr>
            <a:r>
              <a:rPr sz="1254" b="1">
                <a:solidFill>
                  <a:srgbClr val="FFFFFF"/>
                </a:solidFill>
                <a:latin typeface="Noto Sans CJK JP"/>
                <a:ea typeface="Noto Sans CJK JP"/>
                <a:cs typeface="Noto Sans CJK JP"/>
              </a:rPr>
              <a:t>2</a:t>
            </a:r>
          </a:p>
        </p:txBody>
      </p:sp>
      <p:sp>
        <p:nvSpPr>
          <p:cNvPr id="17" name="card-title">
            <a:extLst xmlns:a="http://schemas.openxmlformats.org/drawingml/2006/main">
              <a:ext uri="{FF2B5EF4-FFF2-40B4-BE49-F238E27FC236}">
                <a16:creationId xmlns:a16="http://schemas.microsoft.com/office/drawing/2014/main" id="{7E8E8C1C-D7B2-43BD-8056-891B76B7E54A}"/>
              </a:ext>
            </a:extLst>
          </p:cNvPr>
          <p:cNvSpPr>
            <a:spLocks xmlns:a="http://schemas.openxmlformats.org/drawingml/2006/main" noGrp="1"/>
          </p:cNvSpPr>
          <p:nvPr/>
        </p:nvSpPr>
        <p:spPr>
          <a:xfrm xmlns:a="http://schemas.openxmlformats.org/drawingml/2006/main">
            <a:off x="7239000" y="2857500"/>
            <a:ext cx="3562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1650" b="1">
                <a:solidFill>
                  <a:srgbClr val="1E3A5F"/>
                </a:solidFill>
                <a:latin typeface="Noto Sans CJK JP"/>
                <a:ea typeface="Noto Sans CJK JP"/>
                <a:cs typeface="Noto Sans CJK JP"/>
              </a:defRPr>
            </a:pPr>
            <a:r>
              <a:rPr sz="1650" b="1">
                <a:solidFill>
                  <a:srgbClr val="1E3A5F"/>
                </a:solidFill>
                <a:latin typeface="Noto Sans CJK JP"/>
                <a:ea typeface="Noto Sans CJK JP"/>
                <a:cs typeface="Noto Sans CJK JP"/>
              </a:rPr>
              <a:t>2. 別の現場お困りごと解決</a:t>
            </a:r>
          </a:p>
        </p:txBody>
      </p:sp>
      <p:sp>
        <p:nvSpPr>
          <p:cNvPr id="18" name="card-body">
            <a:extLst xmlns:a="http://schemas.openxmlformats.org/drawingml/2006/main">
              <a:ext uri="{FF2B5EF4-FFF2-40B4-BE49-F238E27FC236}">
                <a16:creationId xmlns:a16="http://schemas.microsoft.com/office/drawing/2014/main" id="{0EFF1E94-CDED-4EC4-B27F-655FE0DE1252}"/>
              </a:ext>
            </a:extLst>
          </p:cNvPr>
          <p:cNvSpPr>
            <a:spLocks xmlns:a="http://schemas.openxmlformats.org/drawingml/2006/main" noGrp="1"/>
          </p:cNvSpPr>
          <p:nvPr/>
        </p:nvSpPr>
        <p:spPr>
          <a:xfrm xmlns:a="http://schemas.openxmlformats.org/drawingml/2006/main">
            <a:off x="6724650" y="3448050"/>
            <a:ext cx="40576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a:solidFill>
                  <a:srgbClr val="405A70"/>
                </a:solidFill>
                <a:latin typeface="Noto Sans CJK JP"/>
                <a:ea typeface="Noto Sans CJK JP"/>
                <a:cs typeface="Noto Sans CJK JP"/>
              </a:defRPr>
            </a:pPr>
            <a:r>
              <a:rPr sz="1200">
                <a:solidFill>
                  <a:srgbClr val="405A70"/>
                </a:solidFill>
                <a:latin typeface="Noto Sans CJK JP"/>
                <a:ea typeface="Noto Sans CJK JP"/>
                <a:cs typeface="Noto Sans CJK JP"/>
              </a:rPr>
              <a:t>大きな仕組み化を待つ間も、現場の小さな困りごとを拾い、使えるDXを小さく試す。</a:t>
            </a:r>
          </a:p>
        </p:txBody>
      </p:sp>
      <p:sp>
        <p:nvSpPr>
          <p:cNvPr id="19" name="summary-band">
            <a:extLst xmlns:a="http://schemas.openxmlformats.org/drawingml/2006/main">
              <a:ext uri="{FF2B5EF4-FFF2-40B4-BE49-F238E27FC236}">
                <a16:creationId xmlns:a16="http://schemas.microsoft.com/office/drawing/2014/main" id="{15AF0B2F-82B3-423A-B745-870CFF787C03}"/>
              </a:ext>
            </a:extLst>
          </p:cNvPr>
          <p:cNvSpPr>
            <a:spLocks xmlns:a="http://schemas.openxmlformats.org/drawingml/2006/main" noGrp="1"/>
          </p:cNvSpPr>
          <p:nvPr/>
        </p:nvSpPr>
        <p:spPr>
          <a:xfrm xmlns:a="http://schemas.openxmlformats.org/drawingml/2006/main">
            <a:off x="1695450" y="5391150"/>
            <a:ext cx="8801100" cy="514350"/>
          </a:xfrm>
          <a:prstGeom xmlns:a="http://schemas.openxmlformats.org/drawingml/2006/main" prst="roundRect">
            <a:avLst>
              <a:gd name="adj" fmla="val 14815"/>
            </a:avLst>
          </a:prstGeom>
          <a:solidFill xmlns:a="http://schemas.openxmlformats.org/drawingml/2006/main">
            <a:srgbClr val="EAF1F8"/>
          </a:solidFill>
          <a:ln xmlns:a="http://schemas.openxmlformats.org/drawingml/2006/main" w="9525">
            <a:solidFill>
              <a:srgbClr val="EAF1F8"/>
            </a:solidFill>
            <a:prstDash val="solid"/>
          </a:ln>
        </p:spPr>
      </p:sp>
      <p:sp>
        <p:nvSpPr>
          <p:cNvPr id="20" name="summary-text">
            <a:extLst xmlns:a="http://schemas.openxmlformats.org/drawingml/2006/main">
              <a:ext uri="{FF2B5EF4-FFF2-40B4-BE49-F238E27FC236}">
                <a16:creationId xmlns:a16="http://schemas.microsoft.com/office/drawing/2014/main" id="{9F293587-053A-4F0A-87F6-DCCF6C07B554}"/>
              </a:ext>
            </a:extLst>
          </p:cNvPr>
          <p:cNvSpPr>
            <a:spLocks xmlns:a="http://schemas.openxmlformats.org/drawingml/2006/main" noGrp="1"/>
          </p:cNvSpPr>
          <p:nvPr/>
        </p:nvSpPr>
        <p:spPr>
          <a:xfrm xmlns:a="http://schemas.openxmlformats.org/drawingml/2006/main">
            <a:off x="2000250" y="55435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E3A5F"/>
                </a:solidFill>
                <a:latin typeface="Noto Sans CJK JP"/>
                <a:ea typeface="Noto Sans CJK JP"/>
                <a:cs typeface="Noto Sans CJK JP"/>
              </a:defRPr>
            </a:pPr>
            <a:r>
              <a:rPr sz="1350" b="1">
                <a:solidFill>
                  <a:srgbClr val="1E3A5F"/>
                </a:solidFill>
                <a:latin typeface="Noto Sans CJK JP"/>
                <a:ea typeface="Noto Sans CJK JP"/>
                <a:cs typeface="Noto Sans CJK JP"/>
              </a:rPr>
              <a:t>利用率低下への対応を止めず、準備と小さな実行を並行して進める。</a:t>
            </a:r>
          </a:p>
        </p:txBody>
      </p:sp>
    </p:spTree>
    <p:extLst>
      <p:ext uri="{BB962C8B-B14F-4D97-AF65-F5344CB8AC3E}">
        <p14:creationId xmlns:p14="http://schemas.microsoft.com/office/powerpoint/2010/main" val="12961751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2026-06-22T02:38:16.5180000Z</dcterms:created>
  <dcterms:modified xsi:type="dcterms:W3CDTF">2026-06-22T02:38:16.5180000Z</dcterms:modified>
</coreProperties>
</file>